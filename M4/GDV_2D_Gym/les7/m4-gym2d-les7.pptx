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5" r:id="rId7"/>
    <p:sldId id="266" r:id="rId8"/>
    <p:sldId id="267" r:id="rId9"/>
    <p:sldId id="268" r:id="rId10"/>
    <p:sldId id="269" r:id="rId11"/>
    <p:sldId id="270" r:id="rId12"/>
    <p:sldId id="273" r:id="rId13"/>
    <p:sldId id="271" r:id="rId14"/>
    <p:sldId id="272" r:id="rId15"/>
    <p:sldId id="274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21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9410E-78BD-4E02-8511-0EDA933FC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D86721-9241-CA6B-E3A2-5C37A2FED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9DC458-51B3-FCAD-131C-EF16CA3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1E4FDD-145A-59AC-9A7B-F011529F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306833-8695-F0B4-ECC2-49744736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13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03B28-B5E8-0A8F-8B2C-3DE44033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53697B-56D8-B181-EB52-ECCAD3FC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E97CFC5-F311-F59C-720C-D48CEEDB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04BCB9-6FA1-CDF7-D1D3-AADCC591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2631DE-6898-F781-5BB4-00F7BD36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78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ABC21-223E-242B-66CB-4A44D51B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8E3332-5AC9-F671-1BFE-ADADE00A0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205B2-FC83-8FF9-2CAD-F0B7E2C1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EA5ED2-81B7-6140-82F5-CEEBE4A8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5562EB-32A4-CFBD-BED6-536C2043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40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894B1-4B71-8154-2BFE-AD54696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68F970-FB0C-AC31-E47F-0A4784873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1619F0-0A78-34B4-CFD3-DC2335B24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3CA4A7-86C8-D02A-1AE8-C75484DD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4A5D68-5560-1B38-347F-7492C11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34A838-92DA-9E65-E5C3-6E5E1E83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2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E2342-39FB-548E-956D-A9D10840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ED9F4-07E0-8544-8C7F-CC7EF418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4AA2AF-E388-13C9-7C6F-BDE595EC0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6B59F17-63A4-F44D-2CD0-5F149D5C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5B3C9B6-1798-5B7E-9421-B1ED8D1D7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39C11A-32BD-3F5F-DDF1-3EC8726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82ED52-9BDB-B145-BD71-51740CB4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A5891BD-CD56-BE5B-0D3B-635B6951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24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6138B-E65E-3775-F7C2-DCF2751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A60B03-7038-E755-5861-E9090E93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6CF825-AAD2-2438-1FA9-8835DF34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825494D-E24D-680D-04C8-72AF3929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699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D31B892-A0E6-E1DE-0367-8F101171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778AA67-ED0E-D90A-5B0F-8F0AC020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AE49F4-E570-2F93-F23B-D9BD7CF7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58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24DF2-064B-5787-0FF6-F98C2F70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C1981-21FA-1AFD-E6E6-FE5EC1B9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26CD3A-8A32-3651-4CD4-58BFA846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7DEFD95-D8D5-00CA-CC38-1EDCB191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383B3E4-B79A-B4EF-58C1-48597A8B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9BE9FA5-0677-66E0-F7C5-62B7C77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66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46246-5FDB-787D-CB33-B8B67D45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7CCE1D4-10DB-A7D6-7892-00A6AFED9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BDC245-14C2-9064-6855-D435EA3F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593B7E5-8FAC-4473-8C78-A22D78A5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800690F-3202-F6FB-08C5-A2E4E94B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B4FA912-4776-6682-EBB6-C659DA9B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7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916B8-F7AA-5095-5470-D4DAB90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4F257A4-F5BF-0375-7688-77034A0D7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6640F0E-3C6C-7AD3-FA5A-59AAEAA9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CA81AC-E881-E0D7-490A-CFB97E6F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569032-3D82-D700-CA5B-90852B85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42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0D552A1-4C93-302E-EDAB-DC6B7735D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E39E61E-5373-E6A3-26E8-E511D536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E1C502-19AA-E9E6-C557-15EA394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A6EDB0-DEB3-A4F0-1A86-519F9C55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3BA2C9-BDB3-4269-294D-64F6DCC1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77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F3D6F6F-72C5-6BE1-E8E4-76C9D7B7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FF22C2-05E5-646A-560B-3D146D49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8AA9C4-D323-5CA9-8BBC-25E7B01C4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F147A-C75C-4EE1-85A0-F1BDEA974B7A}" type="datetimeFigureOut">
              <a:rPr lang="nl-NL" smtClean="0"/>
              <a:t>25-6-2026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326B19-8947-9427-EE79-0E4E233C7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D6EA4A-CF27-E862-DCA7-27C7E967B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72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625AD-B8E5-ED22-C42B-D710E3B3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Enemy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DE0837C-9A1C-9AF7-EAAF-04BFA37EC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8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478DA-1DB3-026D-352C-1B54F533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Lesdoelen</a:t>
            </a:r>
            <a:r>
              <a:rPr lang="en-US" dirty="0"/>
              <a:t> les 7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42B017-81AF-3DDA-DD87-6DFFD5C21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</a:t>
            </a:r>
            <a:r>
              <a:rPr lang="nl-NL" dirty="0" err="1"/>
              <a:t>Enemy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181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3C8E6-66A5-FE35-CD5E-D10DA957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van de </a:t>
            </a:r>
            <a:r>
              <a:rPr lang="en-US" dirty="0" err="1"/>
              <a:t>Blauwe</a:t>
            </a:r>
            <a:r>
              <a:rPr lang="en-US" dirty="0"/>
              <a:t> Tank </a:t>
            </a:r>
            <a:r>
              <a:rPr lang="en-US" dirty="0" err="1"/>
              <a:t>een</a:t>
            </a:r>
            <a:r>
              <a:rPr lang="en-US" dirty="0"/>
              <a:t> Enemy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C6FB7E7-E479-5712-4B04-26A1AD113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3505"/>
            <a:ext cx="8793480" cy="502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8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2656D-A970-0C1E-1824-C8F46878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de Enemy </a:t>
            </a:r>
            <a:r>
              <a:rPr lang="en-US" dirty="0" err="1"/>
              <a:t>gevoelig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Bullets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60D0A679-FBDA-69EE-F149-91720F3ACF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45945"/>
            <a:ext cx="5181600" cy="2962999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846D1B4-96A1-8BA0-6DCE-967FFE579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45945"/>
            <a:ext cx="5181600" cy="4351338"/>
          </a:xfrm>
        </p:spPr>
        <p:txBody>
          <a:bodyPr/>
          <a:lstStyle/>
          <a:p>
            <a:r>
              <a:rPr lang="en-US" dirty="0"/>
              <a:t>Als de Enemy Tank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geraakt</a:t>
            </a:r>
            <a:r>
              <a:rPr lang="en-US" dirty="0"/>
              <a:t> door </a:t>
            </a:r>
            <a:r>
              <a:rPr lang="en-US" dirty="0" err="1"/>
              <a:t>een</a:t>
            </a:r>
            <a:r>
              <a:rPr lang="en-US" dirty="0"/>
              <a:t> Bullet </a:t>
            </a:r>
            <a:r>
              <a:rPr lang="en-US" dirty="0" err="1"/>
              <a:t>wordt</a:t>
            </a:r>
            <a:r>
              <a:rPr lang="en-US" dirty="0"/>
              <a:t> de Enemy destroyed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013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E349-26A5-822E-50AE-2196459E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E33E34E3-9651-3DCB-ABFA-69AFA821AC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2220119"/>
            <a:ext cx="4191000" cy="3867150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90C72B3-0708-C6A8-941F-F9C72A072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78025"/>
            <a:ext cx="5181600" cy="4351338"/>
          </a:xfrm>
        </p:spPr>
        <p:txBody>
          <a:bodyPr/>
          <a:lstStyle/>
          <a:p>
            <a:r>
              <a:rPr lang="en-US" dirty="0" err="1"/>
              <a:t>Gebruik</a:t>
            </a:r>
            <a:r>
              <a:rPr lang="en-US" dirty="0"/>
              <a:t> de </a:t>
            </a:r>
            <a:r>
              <a:rPr lang="en-US" dirty="0" err="1"/>
              <a:t>animatie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SpriteMap</a:t>
            </a:r>
            <a:r>
              <a:rPr lang="en-US" dirty="0"/>
              <a:t> om de Enemy </a:t>
            </a:r>
            <a:r>
              <a:rPr lang="en-US" dirty="0" err="1"/>
              <a:t>eerst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laten </a:t>
            </a:r>
            <a:r>
              <a:rPr lang="en-US" dirty="0" err="1"/>
              <a:t>exploderen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vervolgens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verwijderen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302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1EEAD-753A-FEDE-738E-105220B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van de Enemy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PreFab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1D8922-17B4-057B-6A09-5560F37F5F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Geef</a:t>
            </a:r>
            <a:r>
              <a:rPr lang="en-US" dirty="0"/>
              <a:t> de Enemy </a:t>
            </a:r>
            <a:r>
              <a:rPr lang="en-US" dirty="0" err="1"/>
              <a:t>een</a:t>
            </a:r>
            <a:r>
              <a:rPr lang="en-US" dirty="0"/>
              <a:t> public float speed</a:t>
            </a:r>
          </a:p>
          <a:p>
            <a:r>
              <a:rPr lang="en-US" dirty="0" err="1"/>
              <a:t>Verplaats</a:t>
            </a:r>
            <a:r>
              <a:rPr lang="en-US" dirty="0"/>
              <a:t> de Enemy 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transform.position</a:t>
            </a:r>
            <a:r>
              <a:rPr lang="en-US" dirty="0"/>
              <a:t> += Vector3.right * speed * </a:t>
            </a:r>
            <a:r>
              <a:rPr lang="en-US" dirty="0" err="1"/>
              <a:t>Time.DeltaTime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E80ED344-9494-0949-C4A3-3485BA77D4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2553494"/>
            <a:ext cx="4191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9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16583-1213-FD77-20CB-3C6A8133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Spawner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599CEB-91AE-2F18-89F4-A0540225B9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Empty </a:t>
            </a:r>
            <a:r>
              <a:rPr lang="en-US" dirty="0" err="1"/>
              <a:t>Gameobject</a:t>
            </a:r>
            <a:r>
              <a:rPr lang="en-US" dirty="0"/>
              <a:t> toe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noem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Spawner</a:t>
            </a:r>
          </a:p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script Spawner toe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koppel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</a:t>
            </a:r>
            <a:r>
              <a:rPr lang="en-US" dirty="0" err="1"/>
              <a:t>GameObject</a:t>
            </a:r>
            <a:r>
              <a:rPr lang="en-US" dirty="0"/>
              <a:t> Spawner</a:t>
            </a:r>
          </a:p>
          <a:p>
            <a:r>
              <a:rPr lang="en-US" dirty="0"/>
              <a:t>Maak in de Start van het spawner-script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instantiator</a:t>
            </a:r>
            <a:r>
              <a:rPr lang="en-US" dirty="0"/>
              <a:t> die </a:t>
            </a:r>
            <a:r>
              <a:rPr lang="en-US" dirty="0" err="1"/>
              <a:t>vijf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2 </a:t>
            </a:r>
            <a:r>
              <a:rPr lang="en-US" dirty="0" err="1"/>
              <a:t>seconde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Enemy </a:t>
            </a:r>
            <a:r>
              <a:rPr lang="en-US" dirty="0" err="1"/>
              <a:t>instanteert</a:t>
            </a:r>
            <a:r>
              <a:rPr lang="en-US" dirty="0"/>
              <a:t> 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508E29E8-DB9A-F681-110D-566A897C1B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340" y="2097088"/>
            <a:ext cx="41910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355F5-2407-1E66-56A2-FAF89E7E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6E3306-6C97-7B3B-889A-8BCEAF264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583815"/>
          </a:xfrm>
        </p:spPr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leeg</a:t>
            </a:r>
            <a:r>
              <a:rPr lang="en-US" dirty="0"/>
              <a:t> </a:t>
            </a:r>
            <a:r>
              <a:rPr lang="en-US" dirty="0" err="1"/>
              <a:t>GameObject</a:t>
            </a:r>
            <a:r>
              <a:rPr lang="en-US" dirty="0"/>
              <a:t> toe met </a:t>
            </a:r>
            <a:r>
              <a:rPr lang="en-US" dirty="0" err="1"/>
              <a:t>als</a:t>
            </a:r>
            <a:r>
              <a:rPr lang="en-US" dirty="0"/>
              <a:t> naam Path</a:t>
            </a:r>
          </a:p>
          <a:p>
            <a:r>
              <a:rPr lang="en-US" dirty="0"/>
              <a:t>Kies </a:t>
            </a:r>
            <a:r>
              <a:rPr lang="en-US" dirty="0" err="1"/>
              <a:t>een</a:t>
            </a:r>
            <a:r>
              <a:rPr lang="en-US" dirty="0"/>
              <a:t> sprite (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triangle)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ChildObjecten</a:t>
            </a:r>
            <a:r>
              <a:rPr lang="en-US" dirty="0"/>
              <a:t> toe </a:t>
            </a:r>
            <a:r>
              <a:rPr lang="en-US" dirty="0" err="1"/>
              <a:t>aan</a:t>
            </a:r>
            <a:r>
              <a:rPr lang="en-US" dirty="0"/>
              <a:t> het Path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B170747C-57BC-B911-9B6B-CC239225C2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50652"/>
            <a:ext cx="5181600" cy="230128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99A306C-2388-A47D-EC50-E03C96D5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81" y="4544377"/>
            <a:ext cx="21053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8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FFDD3-89F3-0622-5F0A-4AD910D5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public waypoints to Path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690186-B2B9-4F96-5184-BCF4C1560F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publieke</a:t>
            </a:r>
            <a:r>
              <a:rPr lang="en-US" dirty="0"/>
              <a:t> array van Transforms </a:t>
            </a:r>
            <a:r>
              <a:rPr lang="en-US" dirty="0" err="1"/>
              <a:t>aan</a:t>
            </a:r>
            <a:r>
              <a:rPr lang="en-US" dirty="0"/>
              <a:t> het Path toe met </a:t>
            </a:r>
            <a:r>
              <a:rPr lang="en-US" dirty="0" err="1"/>
              <a:t>als</a:t>
            </a:r>
            <a:r>
              <a:rPr lang="en-US" dirty="0"/>
              <a:t> naam waypoints 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25E2F2FB-F0B1-5F31-5954-867C9D35B9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545246"/>
            <a:ext cx="5181600" cy="91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6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57946-1AE8-A8F2-BBD3-A57D67A3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Instancieer</a:t>
            </a:r>
            <a:r>
              <a:rPr lang="en-US" dirty="0"/>
              <a:t> het Path in de Spawner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3C0048F-51AC-BD7C-DB19-D96434348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547" y="2157949"/>
            <a:ext cx="7382905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3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FB100-D0C9-F26B-8068-B9245A0F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Voeg de publieke eigenschap waypoint toe aan de Enemy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F642FC-7E23-4AB4-9CFE-58B7B215B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124" y="4872922"/>
            <a:ext cx="5013698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Waypoints is </a:t>
            </a:r>
            <a:r>
              <a:rPr lang="en-US"/>
              <a:t>een</a:t>
            </a:r>
            <a:r>
              <a:rPr lang="en-US" dirty="0"/>
              <a:t> array van Transforms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CAC67FF8-D3FD-864C-762A-C39F6834C7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94071" y="1020200"/>
            <a:ext cx="4708831" cy="19541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12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B3A42-480C-E1C0-91F1-65AF99C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Laat de Enemy het path </a:t>
            </a:r>
            <a:r>
              <a:rPr lang="en-US" dirty="0" err="1"/>
              <a:t>volgen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EB58C-5A31-03C6-1530-B3EA99AAFF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Pas het script van de Enemy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het de Waypoints </a:t>
            </a:r>
            <a:r>
              <a:rPr lang="en-US" dirty="0" err="1"/>
              <a:t>volgt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014DD977-A6AD-F5E8-D63C-7FC0EB8246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157" y="3429000"/>
            <a:ext cx="5181600" cy="27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162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2291ED5B219C44A8FCA4BC7509EFF4" ma:contentTypeVersion="11" ma:contentTypeDescription="Create a new document." ma:contentTypeScope="" ma:versionID="9c0367525e83e84aa2621a65461df86a">
  <xsd:schema xmlns:xsd="http://www.w3.org/2001/XMLSchema" xmlns:xs="http://www.w3.org/2001/XMLSchema" xmlns:p="http://schemas.microsoft.com/office/2006/metadata/properties" xmlns:ns2="b6814d24-58c7-4b27-94c2-be6e134755aa" xmlns:ns3="d19d6ae1-3e18-494a-8a5a-8b1da61b4a4b" targetNamespace="http://schemas.microsoft.com/office/2006/metadata/properties" ma:root="true" ma:fieldsID="c915bd7c29f04dba04f82cdbf5ace524" ns2:_="" ns3:_="">
    <xsd:import namespace="b6814d24-58c7-4b27-94c2-be6e134755aa"/>
    <xsd:import namespace="d19d6ae1-3e18-494a-8a5a-8b1da61b4a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14d24-58c7-4b27-94c2-be6e1347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d6ae1-3e18-494a-8a5a-8b1da61b4a4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d2f7bc7-d6bc-4cc4-b7a1-461f71ffff2e}" ma:internalName="TaxCatchAll" ma:showField="CatchAllData" ma:web="d19d6ae1-3e18-494a-8a5a-8b1da61b4a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19d6ae1-3e18-494a-8a5a-8b1da61b4a4b" xsi:nil="true"/>
    <lcf76f155ced4ddcb4097134ff3c332f xmlns="b6814d24-58c7-4b27-94c2-be6e134755a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2E2958-C511-40FC-81CD-B2EF88B9FE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814d24-58c7-4b27-94c2-be6e134755aa"/>
    <ds:schemaRef ds:uri="d19d6ae1-3e18-494a-8a5a-8b1da61b4a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C0FB4E-2928-46EF-9648-D6F4F676A4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5F6615-EDF5-4F2F-B19C-646522FEAC42}">
  <ds:schemaRefs>
    <ds:schemaRef ds:uri="http://schemas.microsoft.com/office/2006/metadata/properties"/>
    <ds:schemaRef ds:uri="http://schemas.microsoft.com/office/infopath/2007/PartnerControls"/>
    <ds:schemaRef ds:uri="d19d6ae1-3e18-494a-8a5a-8b1da61b4a4b"/>
    <ds:schemaRef ds:uri="b6814d24-58c7-4b27-94c2-be6e134755a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11023</TotalTime>
  <Words>209</Words>
  <Application>Microsoft Office PowerPoint</Application>
  <PresentationFormat>Breedbeeld</PresentationFormat>
  <Paragraphs>25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Kantoorthema</vt:lpstr>
      <vt:lpstr>Enemy</vt:lpstr>
      <vt:lpstr>Lesdoelen les 7</vt:lpstr>
      <vt:lpstr>Maak van de Blauwe Tank een Enemy</vt:lpstr>
      <vt:lpstr>Maak de Enemy gevoelig voor Bullets</vt:lpstr>
      <vt:lpstr>Explode</vt:lpstr>
      <vt:lpstr>Maak van de Enemy een PreFab</vt:lpstr>
      <vt:lpstr>De Spawner</vt:lpstr>
      <vt:lpstr>Path</vt:lpstr>
      <vt:lpstr>Add public waypoints to Path</vt:lpstr>
      <vt:lpstr>Instancieer het Path in de Spawner</vt:lpstr>
      <vt:lpstr>Voeg de publieke eigenschap waypoint toe aan de Enemy</vt:lpstr>
      <vt:lpstr>Laat de Enemy het path volgen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40</cp:revision>
  <dcterms:created xsi:type="dcterms:W3CDTF">2026-05-21T13:06:38Z</dcterms:created>
  <dcterms:modified xsi:type="dcterms:W3CDTF">2026-06-28T11:53:41Z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0x010100992291ED5B219C44A8FCA4BC7509EFF4</vt:lpwstr>
  </property>
</Properties>
</file>
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7" r:id="rId7"/>
    <p:sldId id="261" r:id="rId8"/>
    <p:sldId id="268" r:id="rId9"/>
    <p:sldId id="258" r:id="rId10"/>
    <p:sldId id="270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0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A8A0C-1F6F-0F78-2219-C0BBB1E1C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166E829-8866-0519-A189-CC25DACF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2A911A-EE85-5C40-A486-5DD0E6A9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B4F119-E817-4FF7-1E4E-DB77F320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5C3FD6-FB3A-753E-DDA4-C969E2FA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EED3F-3162-770C-65ED-0E065572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EE4547-076C-9D9D-D556-0C852163E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99A5DE-BD9F-166F-0275-65C03359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89018C-AAD1-7DAB-7283-D885EA81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4BFD9C-76EE-8B61-9D95-64F7B045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2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92FCA-AF90-C9E0-ECBD-242BD44A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5D8BAE-33DA-4D11-0FE0-7CE3FE80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D1E0AE-C46D-A5A5-8D82-3A782A1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70877C-4A14-6AC6-E5DC-AF0F1006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9502C0-3007-B7B8-6CA4-FC112930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5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99738-920B-9D90-F3AE-50B315D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C48328-2385-DFF9-C772-FD6FF9806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97493E-39F3-E272-46EA-FCE278240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EAA5D4-33FA-4757-1FFC-392483B6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034D644-AE08-41A4-F358-64F6E1EF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31DF8B3-8758-0FFA-6E21-32E7B19A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F44E9-3A0B-A01B-F95E-6EE98D91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711C3B-69A5-5680-2743-95B5BEA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E9CB4A-BC2D-5D54-FE9A-4CF461C0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F1E590-290A-506B-7031-D1F0DEC8E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DAAEBDF-9A2A-AA1C-C1EC-6AB60D6BF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1ED810B-F583-BF03-0479-2054AE54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D741510-C478-C504-5481-ED70A627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2645690-B644-DDF9-0341-1DAE1FA9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5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84BB-8866-0A12-190F-D20E053D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D54366A-2CB4-A244-24DC-39C18485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B5998-523C-D3AE-DBB0-A4FB6FF7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F16F0-1ED5-29F6-E236-A8FEA39A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9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8582B71-2A8C-3355-A1A7-DE0564A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0C1C948-B3F3-D3FA-D08C-2335E7AF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EF9565-D7BE-277A-E611-E07742B4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15A21-4E36-158C-9B03-A68DED87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1C9AA3-4A7B-B534-274B-CD94A2A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242100-6F72-BAA5-C5CD-5302865CF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AD34DD-D47C-BA7D-2E70-1C63B979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F7F742-77F0-D6C2-3BCA-EC932644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548E9E-BCD8-B0A8-564B-5EF40E21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1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EFF74-7CBF-839D-AE03-6B967840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E7CC3EA-C103-9FED-DF92-979ABBB5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B97518E-5F2A-F4DE-3519-568D9FB3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DD9B88-A2BF-B88A-10B1-D075948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7B83DAB-30BC-4644-79C3-DB4350AD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A2621D-27C3-369B-69B9-DB9DC2DE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3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85BAB-5F37-F994-049E-BD66D7E0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A2F45AF-0D0C-43F8-9794-2357F1CA6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71B622-FB6F-B2D7-C2D8-277EA11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EE31A1-5033-871B-A2E2-8A968793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0F8091-74E1-8E90-E6B7-9E3BBFE4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487685A-6508-DA10-9D97-50C5C357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C335A84-027A-1381-B02F-3001931F4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D5B2F0-E7FE-9635-D0D2-56ABFF49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EEB914-009E-AC1E-E41C-773C714B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8DF3FE-06B3-8661-F25A-9CAC9EC5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20C671C-33B4-332B-4FE0-9873FF0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67CB32-134A-0399-C255-2DABFAD4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813468-6F04-34F8-4A0A-E78A6538A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255D4-ABB5-456D-9970-B21DD0297007}" type="datetimeFigureOut">
              <a:rPr lang="en-US" smtClean="0"/>
              <a:t>18-May-26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C33103-0AF5-BC80-19BD-C76CB6D0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C76336-BD84-9C60-004C-138A96058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8C9FD6-53AB-C88A-5192-BD83F287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nl-NL" sz="4800">
                <a:solidFill>
                  <a:srgbClr val="FFFFFF"/>
                </a:solidFill>
              </a:rPr>
              <a:t>Tilemaps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8716DA-DAB8-D61E-9C2D-A01D3946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nl-NL">
                <a:solidFill>
                  <a:srgbClr val="FFFFFF"/>
                </a:solidFill>
              </a:rPr>
              <a:t>De basis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80FD150A-F37A-99BA-45AE-066FD046F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02828" y="216310"/>
            <a:ext cx="12298750" cy="657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066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1E204-452E-2559-3616-AAAB30F4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Drie</a:t>
            </a:r>
            <a:r>
              <a:rPr lang="en-US" dirty="0"/>
              <a:t> </a:t>
            </a:r>
            <a:r>
              <a:rPr lang="en-US" dirty="0" err="1"/>
              <a:t>posities</a:t>
            </a:r>
            <a:r>
              <a:rPr lang="en-US" dirty="0"/>
              <a:t> van </a:t>
            </a:r>
            <a:r>
              <a:rPr lang="en-US" dirty="0" err="1"/>
              <a:t>belang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E2174D-010B-280B-4236-C0B83D51D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Camera.main.ScreenToWorldPoint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Cell </a:t>
            </a:r>
            <a:r>
              <a:rPr lang="en-US" dirty="0" err="1"/>
              <a:t>waar</a:t>
            </a:r>
            <a:r>
              <a:rPr lang="en-US" dirty="0"/>
              <a:t> op is </a:t>
            </a:r>
            <a:r>
              <a:rPr lang="en-US" dirty="0" err="1"/>
              <a:t>geklikt</a:t>
            </a:r>
            <a:endParaRPr lang="en-US" dirty="0"/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myTilemap.WorldToCell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6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7ED14-CDC6-93A9-CE11-A43635FE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cellBounds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BD3B470-FCAE-284D-5F76-F0ACFAE01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Bepaal</a:t>
            </a:r>
            <a:r>
              <a:rPr lang="en-US" dirty="0"/>
              <a:t> de width </a:t>
            </a:r>
            <a:r>
              <a:rPr lang="en-US" dirty="0" err="1"/>
              <a:t>en</a:t>
            </a:r>
            <a:r>
              <a:rPr lang="en-US" dirty="0"/>
              <a:t> height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en-US" dirty="0"/>
          </a:p>
          <a:p>
            <a:r>
              <a:rPr lang="en-US" dirty="0" err="1"/>
              <a:t>Bepaal</a:t>
            </a:r>
            <a:r>
              <a:rPr lang="en-US" dirty="0"/>
              <a:t> de </a:t>
            </a:r>
            <a:r>
              <a:rPr lang="en-US" dirty="0" err="1"/>
              <a:t>cellpositie</a:t>
            </a:r>
            <a:r>
              <a:rPr lang="en-US" dirty="0"/>
              <a:t> van de tile </a:t>
            </a:r>
            <a:r>
              <a:rPr lang="en-US" dirty="0" err="1"/>
              <a:t>linksboven</a:t>
            </a:r>
            <a:r>
              <a:rPr lang="en-US" dirty="0"/>
              <a:t> van de </a:t>
            </a:r>
            <a:r>
              <a:rPr lang="en-US" dirty="0" err="1"/>
              <a:t>tilemap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67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0E6194B-3C49-6719-D0E3-25D81609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cellBounds</a:t>
            </a:r>
            <a:endParaRPr lang="nl-NL" dirty="0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152DD7D-C7CB-F280-A447-595B9AB8891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SerializeField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Tilemap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BoundsInt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Start()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myTilemap.cellBounds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A7C7541-79CF-D833-CCE4-536CAB93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784" y="5307249"/>
            <a:ext cx="453453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8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DB707-AB32-D122-E661-8FD7F9C4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CellBounds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43C5FD52-9E3B-87CF-C494-8178E57EA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2384" y="2649636"/>
            <a:ext cx="5068007" cy="3219899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4F1E30A8-8F9D-C306-7BCE-C75D685BAA2E}"/>
              </a:ext>
            </a:extLst>
          </p:cNvPr>
          <p:cNvCxnSpPr>
            <a:cxnSpLocks/>
          </p:cNvCxnSpPr>
          <p:nvPr/>
        </p:nvCxnSpPr>
        <p:spPr>
          <a:xfrm flipV="1">
            <a:off x="3579779" y="2360747"/>
            <a:ext cx="411804" cy="9682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A05EC34E-A8FA-C87B-6B40-D4BFE1BAF03C}"/>
              </a:ext>
            </a:extLst>
          </p:cNvPr>
          <p:cNvSpPr txBox="1"/>
          <p:nvPr/>
        </p:nvSpPr>
        <p:spPr>
          <a:xfrm>
            <a:off x="5051086" y="84324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BoundsInt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tilemap.cellBounds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302623E3-6240-1F4B-AB8F-F67D0B3A6948}"/>
              </a:ext>
            </a:extLst>
          </p:cNvPr>
          <p:cNvSpPr txBox="1"/>
          <p:nvPr/>
        </p:nvSpPr>
        <p:spPr>
          <a:xfrm>
            <a:off x="2679160" y="199141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Vector3Int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position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nl-NL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bounds.position</a:t>
            </a:r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491EE298-4AA6-16DB-479F-A0E2111FEECF}"/>
              </a:ext>
            </a:extLst>
          </p:cNvPr>
          <p:cNvSpPr txBox="1"/>
          <p:nvPr/>
        </p:nvSpPr>
        <p:spPr>
          <a:xfrm>
            <a:off x="3426568" y="640736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bounds.size.x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7149F981-2761-A7CC-C000-75014DDEA7C1}"/>
              </a:ext>
            </a:extLst>
          </p:cNvPr>
          <p:cNvCxnSpPr>
            <a:cxnSpLocks/>
          </p:cNvCxnSpPr>
          <p:nvPr/>
        </p:nvCxnSpPr>
        <p:spPr>
          <a:xfrm>
            <a:off x="8540885" y="3180946"/>
            <a:ext cx="0" cy="225815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CA45215D-A4B8-2A6B-FB20-359C38EA9A8F}"/>
              </a:ext>
            </a:extLst>
          </p:cNvPr>
          <p:cNvCxnSpPr/>
          <p:nvPr/>
        </p:nvCxnSpPr>
        <p:spPr>
          <a:xfrm>
            <a:off x="3426568" y="6310008"/>
            <a:ext cx="411236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8C5D0D57-A38E-7580-5B0B-7D4CC5AF7586}"/>
              </a:ext>
            </a:extLst>
          </p:cNvPr>
          <p:cNvCxnSpPr/>
          <p:nvPr/>
        </p:nvCxnSpPr>
        <p:spPr>
          <a:xfrm>
            <a:off x="3426568" y="5370932"/>
            <a:ext cx="0" cy="10655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5B4CC3CF-3863-6766-C37D-4ACCB3464E5D}"/>
              </a:ext>
            </a:extLst>
          </p:cNvPr>
          <p:cNvCxnSpPr/>
          <p:nvPr/>
        </p:nvCxnSpPr>
        <p:spPr>
          <a:xfrm>
            <a:off x="7557581" y="5341752"/>
            <a:ext cx="0" cy="10655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C950FE51-B85F-78CF-F96B-60D25CDEA90A}"/>
              </a:ext>
            </a:extLst>
          </p:cNvPr>
          <p:cNvCxnSpPr>
            <a:cxnSpLocks/>
          </p:cNvCxnSpPr>
          <p:nvPr/>
        </p:nvCxnSpPr>
        <p:spPr>
          <a:xfrm>
            <a:off x="7247106" y="3180946"/>
            <a:ext cx="152643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1A71F544-BA40-123F-03FD-ADE3B60EAAA4}"/>
              </a:ext>
            </a:extLst>
          </p:cNvPr>
          <p:cNvCxnSpPr>
            <a:cxnSpLocks/>
          </p:cNvCxnSpPr>
          <p:nvPr/>
        </p:nvCxnSpPr>
        <p:spPr>
          <a:xfrm>
            <a:off x="7276289" y="5439105"/>
            <a:ext cx="148914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kstvak 46">
            <a:extLst>
              <a:ext uri="{FF2B5EF4-FFF2-40B4-BE49-F238E27FC236}">
                <a16:creationId xmlns:a16="http://schemas.microsoft.com/office/drawing/2014/main" id="{38FDCBC1-3228-2858-E3DA-73DDED776747}"/>
              </a:ext>
            </a:extLst>
          </p:cNvPr>
          <p:cNvSpPr txBox="1"/>
          <p:nvPr/>
        </p:nvSpPr>
        <p:spPr>
          <a:xfrm rot="5400000">
            <a:off x="6988948" y="3750669"/>
            <a:ext cx="3975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bounds.size.y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09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3EF3-E0B4-7908-EFFC-0F430D71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11CBB-16F0-EF8C-AB9D-4942AAB7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D413E2-DE23-14D8-BC46-69BD3C956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Geef</a:t>
            </a:r>
            <a:r>
              <a:rPr lang="en-US" dirty="0"/>
              <a:t> de cell die </a:t>
            </a:r>
            <a:r>
              <a:rPr lang="en-US" dirty="0" err="1"/>
              <a:t>aangewezen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met de </a:t>
            </a:r>
            <a:r>
              <a:rPr lang="en-US" dirty="0" err="1"/>
              <a:t>muis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kleur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953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5CA3E-C9D6-04E4-C92D-157A40F1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2A7417-122E-94DF-F517-CEF372CF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10258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382338EF70044D9C062BABC4AAC4F2" ma:contentTypeVersion="18" ma:contentTypeDescription="Een nieuw document maken." ma:contentTypeScope="" ma:versionID="1e53bdee3ced94a1d85284f686879e7d">
  <xsd:schema xmlns:xsd="http://www.w3.org/2001/XMLSchema" xmlns:xs="http://www.w3.org/2001/XMLSchema" xmlns:p="http://schemas.microsoft.com/office/2006/metadata/properties" xmlns:ns3="07db6276-f26f-4be5-81e0-f9ee6746fca8" xmlns:ns4="0ea95f8c-d148-44ae-916f-e4fae07bb092" targetNamespace="http://schemas.microsoft.com/office/2006/metadata/properties" ma:root="true" ma:fieldsID="4f339d748e41cee103f7abe631a1b5e5" ns3:_="" ns4:_="">
    <xsd:import namespace="07db6276-f26f-4be5-81e0-f9ee6746fca8"/>
    <xsd:import namespace="0ea95f8c-d148-44ae-916f-e4fae07bb09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b6276-f26f-4be5-81e0-f9ee6746fc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int-hash delen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95f8c-d148-44ae-916f-e4fae07bb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a95f8c-d148-44ae-916f-e4fae07bb092" xsi:nil="true"/>
  </documentManagement>
</p:properties>
</file>

<file path=customXml/itemProps1.xml><?xml version="1.0" encoding="utf-8"?>
<ds:datastoreItem xmlns:ds="http://schemas.openxmlformats.org/officeDocument/2006/customXml" ds:itemID="{FE951165-B379-4FBD-9FD8-D14F0F4D64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E89673-DD47-4BE7-84CC-D4AA7D4163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db6276-f26f-4be5-81e0-f9ee6746fca8"/>
    <ds:schemaRef ds:uri="0ea95f8c-d148-44ae-916f-e4fae07bb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02E84-4242-4C95-906B-10487FB4E1EE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07db6276-f26f-4be5-81e0-f9ee6746fca8"/>
    <ds:schemaRef ds:uri="http://schemas.microsoft.com/office/infopath/2007/PartnerControls"/>
    <ds:schemaRef ds:uri="http://schemas.openxmlformats.org/package/2006/metadata/core-properties"/>
    <ds:schemaRef ds:uri="0ea95f8c-d148-44ae-916f-e4fae07bb092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8781</TotalTime>
  <Words>156</Words>
  <Application>Microsoft Office PowerPoint</Application>
  <PresentationFormat>Breedbeeld</PresentationFormat>
  <Paragraphs>31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Cascadia Mono</vt:lpstr>
      <vt:lpstr>Courier New</vt:lpstr>
      <vt:lpstr>Kantoorthema</vt:lpstr>
      <vt:lpstr>Tilemaps</vt:lpstr>
      <vt:lpstr>PowerPoint-presentatie</vt:lpstr>
      <vt:lpstr>Drie posities van belang</vt:lpstr>
      <vt:lpstr>cellBounds</vt:lpstr>
      <vt:lpstr>De cellBounds</vt:lpstr>
      <vt:lpstr>De CellBounds</vt:lpstr>
      <vt:lpstr>Opdracht 2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8</cp:revision>
  <dcterms:created xsi:type="dcterms:W3CDTF">2026-03-21T13:39:02Z</dcterms:created>
  <dcterms:modified xsi:type="dcterms:W3CDTF">2026-05-22T07:32:00Z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0x0101003D382338EF70044D9C062BABC4AAC4F2</vt:lpwstr>
  </property>
</Properties>
</file>
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60" r:id="rId6"/>
    <p:sldId id="267" r:id="rId7"/>
    <p:sldId id="268" r:id="rId8"/>
    <p:sldId id="258" r:id="rId9"/>
    <p:sldId id="269" r:id="rId10"/>
    <p:sldId id="270" r:id="rId11"/>
    <p:sldId id="26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30" autoAdjust="0"/>
    <p:restoredTop sz="94660"/>
  </p:normalViewPr>
  <p:slideViewPr>
    <p:cSldViewPr snapToGrid="0">
      <p:cViewPr varScale="1">
        <p:scale>
          <a:sx n="79" d="100"/>
          <a:sy n="79" d="100"/>
        </p:scale>
        <p:origin x="94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3A8A0C-1F6F-0F78-2219-C0BBB1E1CA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D166E829-8866-0519-A189-CC25DACF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2A911A-EE85-5C40-A486-5DD0E6A92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9B4F119-E817-4FF7-1E4E-DB77F320A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45C3FD6-FB3A-753E-DDA4-C969E2FA5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290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4EED3F-3162-770C-65ED-0E0655726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AEE4547-076C-9D9D-D556-0C852163E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099A5DE-BD9F-166F-0275-65C033597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789018C-AAD1-7DAB-7283-D885EA81E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94BFD9C-76EE-8B61-9D95-64F7B045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524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92FCA-AF90-C9E0-ECBD-242BD44A2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E5D8BAE-33DA-4D11-0FE0-7CE3FE80B4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ED1E0AE-C46D-A5A5-8D82-3A782A13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970877C-4A14-6AC6-E5DC-AF0F1006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F9502C0-3007-B7B8-6CA4-FC112930B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3552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399738-920B-9D90-F3AE-50B315D1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6C48328-2385-DFF9-C772-FD6FF98066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297493E-39F3-E272-46EA-FCE2782400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7EAA5D4-33FA-4757-1FFC-392483B63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034D644-AE08-41A4-F358-64F6E1EF0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31DF8B3-8758-0FFA-6E21-32E7B19A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19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FF44E9-3A0B-A01B-F95E-6EE98D91F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711C3B-69A5-5680-2743-95B5BEAA8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EE9CB4A-BC2D-5D54-FE9A-4CF461C00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6F1E590-290A-506B-7031-D1F0DEC8E7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DAAEBDF-9A2A-AA1C-C1EC-6AB60D6BF4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1ED810B-F583-BF03-0479-2054AE543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D741510-C478-C504-5481-ED70A6270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12645690-B644-DDF9-0341-1DAE1FA9A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5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F84BB-8866-0A12-190F-D20E053D7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D54366A-2CB4-A244-24DC-39C184852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7B5998-523C-D3AE-DBB0-A4FB6FF72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FEF16F0-1ED5-29F6-E236-A8FEA39A1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297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8582B71-2A8C-3355-A1A7-DE0564A6F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0C1C948-B3F3-D3FA-D08C-2335E7AF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8EF9565-D7BE-277A-E611-E07742B4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264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15A21-4E36-158C-9B03-A68DED874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71C9AA3-4A7B-B534-274B-CD94A2A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7242100-6F72-BAA5-C5CD-5302865CF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6AD34DD-D47C-BA7D-2E70-1C63B979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BF7F742-77F0-D6C2-3BCA-EC9326442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0548E9E-BCD8-B0A8-564B-5EF40E210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017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AEFF74-7CBF-839D-AE03-6B9678408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E7CC3EA-C103-9FED-DF92-979ABBB57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B97518E-5F2A-F4DE-3519-568D9FB37A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DD9B88-A2BF-B88A-10B1-D0759480D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7B83DAB-30BC-4644-79C3-DB4350AD5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DA2621D-27C3-369B-69B9-DB9DC2DE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830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985BAB-5F37-F994-049E-BD66D7E0D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A2F45AF-0D0C-43F8-9794-2357F1CA6B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371B622-FB6F-B2D7-C2D8-277EA114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EE31A1-5033-871B-A2E2-8A9687934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00F8091-74E1-8E90-E6B7-9E3BBFE4B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6487685A-6508-DA10-9D97-50C5C35774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C335A84-027A-1381-B02F-3001931F47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3D5B2F0-E7FE-9635-D0D2-56ABFF493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1EEB914-009E-AC1E-E41C-773C714B9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B8DF3FE-06B3-8661-F25A-9CAC9EC55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33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20C671C-33B4-332B-4FE0-9873FF02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C67CB32-134A-0399-C255-2DABFAD43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3813468-6F04-34F8-4A0A-E78A6538A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6255D4-ABB5-456D-9970-B21DD0297007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7C33103-0AF5-BC80-19BD-C76CB6D039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C76336-BD84-9C60-004C-138A960589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1313BD-C700-492D-9751-237E4732F395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52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78C9FD6-53AB-C88A-5192-BD83F2875D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62567" y="818984"/>
            <a:ext cx="6714699" cy="3178689"/>
          </a:xfrm>
        </p:spPr>
        <p:txBody>
          <a:bodyPr>
            <a:normAutofit/>
          </a:bodyPr>
          <a:lstStyle/>
          <a:p>
            <a:pPr algn="l"/>
            <a:r>
              <a:rPr lang="nl-NL" sz="4800">
                <a:solidFill>
                  <a:srgbClr val="FFFFFF"/>
                </a:solidFill>
              </a:rPr>
              <a:t>Tilemaps</a:t>
            </a: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D8716DA-DAB8-D61E-9C2D-A01D394614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5397" y="4960961"/>
            <a:ext cx="7055893" cy="1078054"/>
          </a:xfrm>
        </p:spPr>
        <p:txBody>
          <a:bodyPr>
            <a:normAutofit/>
          </a:bodyPr>
          <a:lstStyle/>
          <a:p>
            <a:pPr algn="l"/>
            <a:r>
              <a:rPr lang="nl-NL">
                <a:solidFill>
                  <a:srgbClr val="FFFFFF"/>
                </a:solidFill>
              </a:rPr>
              <a:t>De basis</a:t>
            </a: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471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80FD150A-F37A-99BA-45AE-066FD046F7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-202828" y="216310"/>
            <a:ext cx="12298750" cy="6572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3066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C1E204-452E-2559-3616-AAAB30F4D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Drie</a:t>
            </a:r>
            <a:r>
              <a:rPr lang="en-US" dirty="0"/>
              <a:t> </a:t>
            </a:r>
            <a:r>
              <a:rPr lang="en-US" dirty="0" err="1"/>
              <a:t>posities</a:t>
            </a:r>
            <a:r>
              <a:rPr lang="en-US" dirty="0"/>
              <a:t> van </a:t>
            </a:r>
            <a:r>
              <a:rPr lang="en-US" dirty="0" err="1"/>
              <a:t>belang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CE2174D-010B-280B-4236-C0B83D51D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 </a:t>
            </a:r>
            <a:r>
              <a:rPr lang="en-US" dirty="0" err="1"/>
              <a:t>positie</a:t>
            </a:r>
            <a:r>
              <a:rPr lang="en-US" dirty="0"/>
              <a:t> van de </a:t>
            </a:r>
            <a:r>
              <a:rPr lang="en-US" dirty="0" err="1"/>
              <a:t>muis</a:t>
            </a:r>
            <a:endParaRPr lang="en-US" dirty="0"/>
          </a:p>
          <a:p>
            <a:pPr lvl="1"/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Vector3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MousePosition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Input.mousePosition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lvl="1"/>
            <a:endParaRPr lang="en-US" dirty="0"/>
          </a:p>
          <a:p>
            <a:r>
              <a:rPr lang="en-US" dirty="0"/>
              <a:t>De </a:t>
            </a:r>
            <a:r>
              <a:rPr lang="en-US" dirty="0" err="1"/>
              <a:t>wereldpositie</a:t>
            </a:r>
            <a:r>
              <a:rPr lang="en-US" dirty="0"/>
              <a:t> van de </a:t>
            </a:r>
            <a:r>
              <a:rPr lang="en-US" dirty="0" err="1"/>
              <a:t>muis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Vector3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WorldPosition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Camera.main.ScreenToWorldPoint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MousePosition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);</a:t>
            </a:r>
          </a:p>
          <a:p>
            <a:pPr lvl="1"/>
            <a:endParaRPr lang="en-US" dirty="0"/>
          </a:p>
          <a:p>
            <a:r>
              <a:rPr lang="en-US" dirty="0"/>
              <a:t>De </a:t>
            </a:r>
            <a:r>
              <a:rPr lang="en-US" dirty="0" err="1"/>
              <a:t>positie</a:t>
            </a:r>
            <a:r>
              <a:rPr lang="en-US" dirty="0"/>
              <a:t> van de Cell </a:t>
            </a:r>
            <a:r>
              <a:rPr lang="en-US" dirty="0" err="1"/>
              <a:t>waar</a:t>
            </a:r>
            <a:r>
              <a:rPr lang="en-US" dirty="0"/>
              <a:t> op is </a:t>
            </a:r>
            <a:r>
              <a:rPr lang="en-US" dirty="0" err="1"/>
              <a:t>geklikt</a:t>
            </a:r>
            <a:endParaRPr lang="en-US" dirty="0"/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Vector3Int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CellPosition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myTilemap.WorldToCell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WorldPosition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);</a:t>
            </a:r>
            <a:endParaRPr lang="nl-NL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16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0E6194B-3C49-6719-D0E3-25D816093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cellBounds</a:t>
            </a:r>
            <a:endParaRPr lang="nl-NL" dirty="0"/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152DD7D-C7CB-F280-A447-595B9AB8891F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lumMod val="85000"/>
            </a:schemeClr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SerializeField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Tilemap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BoundsInt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Start()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myTilemap.cellBounds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Debug.Log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AA7C7541-79CF-D833-CCE4-536CAB93C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784" y="5307249"/>
            <a:ext cx="4534533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989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BDB707-AB32-D122-E661-8FD7F9C4A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CellBounds</a:t>
            </a:r>
            <a:endParaRPr lang="nl-NL" dirty="0"/>
          </a:p>
        </p:txBody>
      </p:sp>
      <p:pic>
        <p:nvPicPr>
          <p:cNvPr id="7" name="Tijdelijke aanduiding voor inhoud 6">
            <a:extLst>
              <a:ext uri="{FF2B5EF4-FFF2-40B4-BE49-F238E27FC236}">
                <a16:creationId xmlns:a16="http://schemas.microsoft.com/office/drawing/2014/main" id="{43C5FD52-9E3B-87CF-C494-8178E57EAB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2384" y="2649636"/>
            <a:ext cx="5068007" cy="3219899"/>
          </a:xfrm>
          <a:prstGeom prst="rect">
            <a:avLst/>
          </a:prstGeom>
        </p:spPr>
      </p:pic>
      <p:cxnSp>
        <p:nvCxnSpPr>
          <p:cNvPr id="9" name="Rechte verbindingslijn met pijl 8">
            <a:extLst>
              <a:ext uri="{FF2B5EF4-FFF2-40B4-BE49-F238E27FC236}">
                <a16:creationId xmlns:a16="http://schemas.microsoft.com/office/drawing/2014/main" id="{4F1E30A8-8F9D-C306-7BCE-C75D685BAA2E}"/>
              </a:ext>
            </a:extLst>
          </p:cNvPr>
          <p:cNvCxnSpPr>
            <a:cxnSpLocks/>
          </p:cNvCxnSpPr>
          <p:nvPr/>
        </p:nvCxnSpPr>
        <p:spPr>
          <a:xfrm flipV="1">
            <a:off x="3579779" y="2360747"/>
            <a:ext cx="411804" cy="96826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A05EC34E-A8FA-C87B-6B40-D4BFE1BAF03C}"/>
              </a:ext>
            </a:extLst>
          </p:cNvPr>
          <p:cNvSpPr txBox="1"/>
          <p:nvPr/>
        </p:nvSpPr>
        <p:spPr>
          <a:xfrm>
            <a:off x="5051086" y="843240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BoundsInt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tilemap.cellBounds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302623E3-6240-1F4B-AB8F-F67D0B3A6948}"/>
              </a:ext>
            </a:extLst>
          </p:cNvPr>
          <p:cNvSpPr txBox="1"/>
          <p:nvPr/>
        </p:nvSpPr>
        <p:spPr>
          <a:xfrm>
            <a:off x="2679160" y="1991415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8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Vector3Int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position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nl-NL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bounds.position</a:t>
            </a:r>
            <a:r>
              <a:rPr lang="nl-NL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491EE298-4AA6-16DB-479F-A0E2111FEECF}"/>
              </a:ext>
            </a:extLst>
          </p:cNvPr>
          <p:cNvSpPr txBox="1"/>
          <p:nvPr/>
        </p:nvSpPr>
        <p:spPr>
          <a:xfrm>
            <a:off x="3426568" y="6407366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bounds.size.x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  <p:cxnSp>
        <p:nvCxnSpPr>
          <p:cNvPr id="23" name="Rechte verbindingslijn met pijl 22">
            <a:extLst>
              <a:ext uri="{FF2B5EF4-FFF2-40B4-BE49-F238E27FC236}">
                <a16:creationId xmlns:a16="http://schemas.microsoft.com/office/drawing/2014/main" id="{7149F981-2761-A7CC-C000-75014DDEA7C1}"/>
              </a:ext>
            </a:extLst>
          </p:cNvPr>
          <p:cNvCxnSpPr>
            <a:cxnSpLocks/>
          </p:cNvCxnSpPr>
          <p:nvPr/>
        </p:nvCxnSpPr>
        <p:spPr>
          <a:xfrm>
            <a:off x="8540885" y="3180946"/>
            <a:ext cx="0" cy="2258159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echte verbindingslijn met pijl 24">
            <a:extLst>
              <a:ext uri="{FF2B5EF4-FFF2-40B4-BE49-F238E27FC236}">
                <a16:creationId xmlns:a16="http://schemas.microsoft.com/office/drawing/2014/main" id="{CA45215D-A4B8-2A6B-FB20-359C38EA9A8F}"/>
              </a:ext>
            </a:extLst>
          </p:cNvPr>
          <p:cNvCxnSpPr/>
          <p:nvPr/>
        </p:nvCxnSpPr>
        <p:spPr>
          <a:xfrm>
            <a:off x="3426568" y="6310008"/>
            <a:ext cx="4112368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8C5D0D57-A38E-7580-5B0B-7D4CC5AF7586}"/>
              </a:ext>
            </a:extLst>
          </p:cNvPr>
          <p:cNvCxnSpPr/>
          <p:nvPr/>
        </p:nvCxnSpPr>
        <p:spPr>
          <a:xfrm>
            <a:off x="3426568" y="5370932"/>
            <a:ext cx="0" cy="106553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5B4CC3CF-3863-6766-C37D-4ACCB3464E5D}"/>
              </a:ext>
            </a:extLst>
          </p:cNvPr>
          <p:cNvCxnSpPr/>
          <p:nvPr/>
        </p:nvCxnSpPr>
        <p:spPr>
          <a:xfrm>
            <a:off x="7557581" y="5341752"/>
            <a:ext cx="0" cy="106553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C950FE51-B85F-78CF-F96B-60D25CDEA90A}"/>
              </a:ext>
            </a:extLst>
          </p:cNvPr>
          <p:cNvCxnSpPr>
            <a:cxnSpLocks/>
          </p:cNvCxnSpPr>
          <p:nvPr/>
        </p:nvCxnSpPr>
        <p:spPr>
          <a:xfrm>
            <a:off x="7247106" y="3180946"/>
            <a:ext cx="152643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Rechte verbindingslijn 34">
            <a:extLst>
              <a:ext uri="{FF2B5EF4-FFF2-40B4-BE49-F238E27FC236}">
                <a16:creationId xmlns:a16="http://schemas.microsoft.com/office/drawing/2014/main" id="{1A71F544-BA40-123F-03FD-ADE3B60EAAA4}"/>
              </a:ext>
            </a:extLst>
          </p:cNvPr>
          <p:cNvCxnSpPr>
            <a:cxnSpLocks/>
          </p:cNvCxnSpPr>
          <p:nvPr/>
        </p:nvCxnSpPr>
        <p:spPr>
          <a:xfrm>
            <a:off x="7276289" y="5439105"/>
            <a:ext cx="148914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kstvak 46">
            <a:extLst>
              <a:ext uri="{FF2B5EF4-FFF2-40B4-BE49-F238E27FC236}">
                <a16:creationId xmlns:a16="http://schemas.microsoft.com/office/drawing/2014/main" id="{38FDCBC1-3228-2858-E3DA-73DDED776747}"/>
              </a:ext>
            </a:extLst>
          </p:cNvPr>
          <p:cNvSpPr txBox="1"/>
          <p:nvPr/>
        </p:nvSpPr>
        <p:spPr>
          <a:xfrm rot="5400000">
            <a:off x="6988948" y="3750669"/>
            <a:ext cx="3975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sizeY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bounds.size.y</a:t>
            </a:r>
            <a:r>
              <a:rPr lang="en-US" sz="18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609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45CA3E-C9D6-04E4-C92D-157A40F1C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Declareren</a:t>
            </a:r>
            <a:r>
              <a:rPr lang="en-US" dirty="0"/>
              <a:t> van de </a:t>
            </a:r>
            <a:r>
              <a:rPr lang="en-US" dirty="0" err="1"/>
              <a:t>CellBounds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62A7417-122E-94DF-F517-CEF372CF42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nl-NL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SerializeField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Tilemap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BoundsInt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width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x0, y0;</a:t>
            </a:r>
          </a:p>
          <a:p>
            <a:pPr marL="0" indent="0">
              <a:buNone/>
            </a:pPr>
            <a:endParaRPr lang="nl-N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Start()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myTilemap.cellBounds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width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bounds.size.x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bounds.size.y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x0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bounds.xMin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    y0 =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bounds.yMin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861025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20D8FC-382C-B5EA-D779-45349483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Itereren door de </a:t>
            </a:r>
            <a:r>
              <a:rPr lang="en-US" dirty="0" err="1"/>
              <a:t>tileMap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9F7A839-018C-2BAB-AD78-0E33900F6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i = 0 + x0; i &lt; </a:t>
            </a:r>
            <a:r>
              <a:rPr lang="nl-NL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bounds.size.x</a:t>
            </a: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; i++)</a:t>
            </a:r>
          </a:p>
          <a:p>
            <a:pPr marL="0" indent="0">
              <a:buNone/>
            </a:pP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914400" lvl="2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j = 0 + y0; j &lt;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bounds.size.y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j++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 {</a:t>
            </a:r>
          </a:p>
          <a:p>
            <a:pPr marL="0" indent="0">
              <a:buNone/>
            </a:pP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Vector3Int</a:t>
            </a: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pos = new Vector3Int(i, j, 0);</a:t>
            </a:r>
          </a:p>
          <a:p>
            <a:pPr marL="0" indent="0">
              <a:buNone/>
            </a:pP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0" indent="0">
              <a:buNone/>
            </a:pPr>
            <a:r>
              <a:rPr lang="nl-NL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86513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27ED14-CDC6-93A9-CE11-A43635FE7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Opdracht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BD3B470-FCAE-284D-5F76-F0ACFAE01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Itereer</a:t>
            </a:r>
            <a:r>
              <a:rPr lang="en-US" dirty="0"/>
              <a:t> </a:t>
            </a:r>
            <a:r>
              <a:rPr lang="en-US" dirty="0" err="1"/>
              <a:t>bij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muisklik</a:t>
            </a:r>
            <a:r>
              <a:rPr lang="en-US" dirty="0"/>
              <a:t> door de </a:t>
            </a:r>
            <a:r>
              <a:rPr lang="en-US" dirty="0" err="1"/>
              <a:t>tilemap</a:t>
            </a:r>
            <a:r>
              <a:rPr lang="en-US" dirty="0"/>
              <a:t> </a:t>
            </a:r>
            <a:r>
              <a:rPr lang="en-US" dirty="0" err="1"/>
              <a:t>en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kleur</a:t>
            </a:r>
            <a:r>
              <a:rPr lang="en-US" dirty="0"/>
              <a:t> de cell die de </a:t>
            </a:r>
            <a:r>
              <a:rPr lang="en-US" dirty="0" err="1"/>
              <a:t>muis</a:t>
            </a:r>
            <a:r>
              <a:rPr lang="en-US" dirty="0"/>
              <a:t> </a:t>
            </a:r>
            <a:r>
              <a:rPr lang="en-US" dirty="0" err="1"/>
              <a:t>aanwijst</a:t>
            </a:r>
            <a:r>
              <a:rPr lang="en-US" dirty="0"/>
              <a:t> rood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 err="1"/>
              <a:t>kleur</a:t>
            </a:r>
            <a:r>
              <a:rPr lang="en-US" dirty="0"/>
              <a:t> alle </a:t>
            </a:r>
            <a:r>
              <a:rPr lang="en-US" dirty="0" err="1"/>
              <a:t>andere</a:t>
            </a:r>
            <a:r>
              <a:rPr lang="en-US" dirty="0"/>
              <a:t> </a:t>
            </a:r>
            <a:r>
              <a:rPr lang="en-US" dirty="0" err="1"/>
              <a:t>cellen</a:t>
            </a:r>
            <a:r>
              <a:rPr lang="en-US" dirty="0"/>
              <a:t> (die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aangewezen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) wit</a:t>
            </a:r>
          </a:p>
          <a:p>
            <a:r>
              <a:rPr lang="en-US" dirty="0"/>
              <a:t>	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6786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D382338EF70044D9C062BABC4AAC4F2" ma:contentTypeVersion="18" ma:contentTypeDescription="Een nieuw document maken." ma:contentTypeScope="" ma:versionID="1e53bdee3ced94a1d85284f686879e7d">
  <xsd:schema xmlns:xsd="http://www.w3.org/2001/XMLSchema" xmlns:xs="http://www.w3.org/2001/XMLSchema" xmlns:p="http://schemas.microsoft.com/office/2006/metadata/properties" xmlns:ns3="07db6276-f26f-4be5-81e0-f9ee6746fca8" xmlns:ns4="0ea95f8c-d148-44ae-916f-e4fae07bb092" targetNamespace="http://schemas.microsoft.com/office/2006/metadata/properties" ma:root="true" ma:fieldsID="4f339d748e41cee103f7abe631a1b5e5" ns3:_="" ns4:_="">
    <xsd:import namespace="07db6276-f26f-4be5-81e0-f9ee6746fca8"/>
    <xsd:import namespace="0ea95f8c-d148-44ae-916f-e4fae07bb09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DateTaken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b6276-f26f-4be5-81e0-f9ee6746fca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Gedeeld met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Gedeeld met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int-hash delen" ma:description="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a95f8c-d148-44ae-916f-e4fae07bb0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ea95f8c-d148-44ae-916f-e4fae07bb09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7E89673-DD47-4BE7-84CC-D4AA7D41630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b6276-f26f-4be5-81e0-f9ee6746fca8"/>
    <ds:schemaRef ds:uri="0ea95f8c-d148-44ae-916f-e4fae07bb0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AE02E84-4242-4C95-906B-10487FB4E1EE}">
  <ds:schemaRefs>
    <ds:schemaRef ds:uri="http://purl.org/dc/elements/1.1/"/>
    <ds:schemaRef ds:uri="http://purl.org/dc/dcmitype/"/>
    <ds:schemaRef ds:uri="http://schemas.microsoft.com/office/2006/metadata/properties"/>
    <ds:schemaRef ds:uri="http://schemas.microsoft.com/office/2006/documentManagement/types"/>
    <ds:schemaRef ds:uri="07db6276-f26f-4be5-81e0-f9ee6746fca8"/>
    <ds:schemaRef ds:uri="http://schemas.microsoft.com/office/infopath/2007/PartnerControls"/>
    <ds:schemaRef ds:uri="http://schemas.openxmlformats.org/package/2006/metadata/core-properties"/>
    <ds:schemaRef ds:uri="0ea95f8c-d148-44ae-916f-e4fae07bb092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E951165-B379-4FBD-9FD8-D14F0F4D64C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4638</TotalTime>
  <Words>289</Words>
  <Application>Microsoft Office PowerPoint</Application>
  <PresentationFormat>Breedbeeld</PresentationFormat>
  <Paragraphs>53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Cascadia Mono</vt:lpstr>
      <vt:lpstr>Courier New</vt:lpstr>
      <vt:lpstr>Kantoorthema</vt:lpstr>
      <vt:lpstr>Tilemaps</vt:lpstr>
      <vt:lpstr>PowerPoint-presentatie</vt:lpstr>
      <vt:lpstr>Drie posities van belang</vt:lpstr>
      <vt:lpstr>De cellBounds</vt:lpstr>
      <vt:lpstr>De CellBounds</vt:lpstr>
      <vt:lpstr>Declareren van de CellBounds</vt:lpstr>
      <vt:lpstr>Itereren door de tileMap</vt:lpstr>
      <vt:lpstr>Opdracht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8</cp:revision>
  <dcterms:created xsi:type="dcterms:W3CDTF">2026-03-21T13:39:02Z</dcterms:created>
  <dcterms:modified xsi:type="dcterms:W3CDTF">2026-05-21T10:03:01Z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0x0101003D382338EF70044D9C062BABC4AAC4F2</vt:lpwstr>
  </property>
</Properties>
</file>
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19410E-78BD-4E02-8511-0EDA933FCF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1D86721-9241-CA6B-E3A2-5C37A2FED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59DC458-51B3-FCAD-131C-EF16CA3CE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01E4FDD-145A-59AC-9A7B-F011529FB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A306833-8695-F0B4-ECC2-49744736D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75137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D03B28-B5E8-0A8F-8B2C-3DE440335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053697B-56D8-B181-EB52-ECCAD3FC1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E97CFC5-F311-F59C-720C-D48CEEDBE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804BCB9-6FA1-CDF7-D1D3-AADCC591C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52631DE-6898-F781-5BB4-00F7BD360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7896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0ABC21-223E-242B-66CB-4A44D51B9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58E3332-5AC9-F671-1BFE-ADADE00A0A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05205B2-FC83-8FF9-2CAD-F0B7E2C18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3EA5ED2-81B7-6140-82F5-CEEBE4A84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5562EB-32A4-CFBD-BED6-536C2043A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1408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4894B1-4B71-8154-2BFE-AD546964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868F970-FB0C-AC31-E47F-0A4784873D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F1619F0-0A78-34B4-CFD3-DC2335B240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F3CA4A7-86C8-D02A-1AE8-C75484DD1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C4A5D68-5560-1B38-347F-7492C11DB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934A838-92DA-9E65-E5C3-6E5E1E831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62989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3E2342-39FB-548E-956D-A9D108402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0AED9F4-07E0-8544-8C7F-CC7EF418F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D4AA2AF-E388-13C9-7C6F-BDE595EC05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6B59F17-63A4-F44D-2CD0-5F149D5CE6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5B3C9B6-1798-5B7E-9421-B1ED8D1D76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839C11A-32BD-3F5F-DDF1-3EC8726C4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7D82ED52-9BDB-B145-BD71-51740CB46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5A5891BD-CD56-BE5B-0D3B-635B6951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02419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6138B-E65E-3775-F7C2-DCF275134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DAA60B03-7038-E755-5861-E9090E93C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76CF825-AAD2-2438-1FA9-8835DF343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825494D-E24D-680D-04C8-72AF3929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6699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1D31B892-A0E6-E1DE-0367-8F1011710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778AA67-ED0E-D90A-5B0F-8F0AC020F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2AE49F4-E570-2F93-F23B-D9BD7CF72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458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824DF2-064B-5787-0FF6-F98C2F70C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09C1981-21FA-1AFD-E6E6-FE5EC1B92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B26CD3A-8A32-3651-4CD4-58BFA8467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47DEFD95-D8D5-00CA-CC38-1EDCB1918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383B3E4-B79A-B4EF-58C1-48597A8B4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9BE9FA5-0677-66E0-F7C5-62B7C77E3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96610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46246-5FDB-787D-CB33-B8B67D45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B7CCE1D4-10DB-A7D6-7892-00A6AFED9C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FBDC245-14C2-9064-6855-D435EA3F1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593B7E5-8FAC-4473-8C78-A22D78A58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800690F-3202-F6FB-08C5-A2E4E94B9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B4FA912-4776-6682-EBB6-C659DA9B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870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916B8-F7AA-5095-5470-D4DAB90A8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4F257A4-F5BF-0375-7688-77034A0D7B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6640F0E-3C6C-7AD3-FA5A-59AAEAA98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2CA81AC-E881-E0D7-490A-CFB97E6F1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7569032-3D82-D700-CA5B-90852B857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04204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D0D552A1-4C93-302E-EDAB-DC6B7735D1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E39E61E-5373-E6A3-26E8-E511D5360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8E1C502-19AA-E9E6-C557-15EA3941A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9A6EDB0-DEB3-A4F0-1A86-519F9C559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3BA2C9-BDB3-4269-294D-64F6DCC19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778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F3D6F6F-72C5-6BE1-E8E4-76C9D7B7F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5FF22C2-05E5-646A-560B-3D146D497F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B8AA9C4-D323-5CA9-8BBC-25E7B01C43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9F147A-C75C-4EE1-85A0-F1BDEA974B7A}" type="datetimeFigureOut">
              <a:rPr lang="nl-NL" smtClean="0"/>
              <a:t>27-5-2026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6326B19-8947-9427-EE79-0E4E233C7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7D6EA4A-CF27-E862-DCA7-27C7E967B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1726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6625AD-B8E5-ED22-C42B-D710E3B3D7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TankSheet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DE0837C-9A1C-9AF7-EAAF-04BFA37ECC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18842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7478DA-1DB3-026D-352C-1B54F53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Lesdoelen</a:t>
            </a:r>
            <a:r>
              <a:rPr lang="en-US" dirty="0"/>
              <a:t> les 4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A42B017-81AF-3DDA-DD87-6DFFD5C21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Importeren</a:t>
            </a:r>
            <a:r>
              <a:rPr lang="en-US" dirty="0"/>
              <a:t> </a:t>
            </a:r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tileSet</a:t>
            </a:r>
            <a:endParaRPr lang="en-US" dirty="0"/>
          </a:p>
          <a:p>
            <a:r>
              <a:rPr lang="en-US" dirty="0" err="1"/>
              <a:t>Opzetten</a:t>
            </a:r>
            <a:r>
              <a:rPr lang="en-US" dirty="0"/>
              <a:t> van </a:t>
            </a:r>
            <a:r>
              <a:rPr lang="en-US" dirty="0" err="1"/>
              <a:t>een</a:t>
            </a:r>
            <a:r>
              <a:rPr lang="en-US" dirty="0"/>
              <a:t> Tank-game</a:t>
            </a:r>
          </a:p>
          <a:p>
            <a:r>
              <a:rPr lang="en-US" dirty="0" err="1"/>
              <a:t>Herhaling</a:t>
            </a:r>
            <a:r>
              <a:rPr lang="en-US" dirty="0"/>
              <a:t> </a:t>
            </a:r>
            <a:r>
              <a:rPr lang="en-US" dirty="0" err="1"/>
              <a:t>Tilemap</a:t>
            </a:r>
            <a:endParaRPr lang="en-US" dirty="0"/>
          </a:p>
          <a:p>
            <a:pPr lvl="1"/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tilePallette</a:t>
            </a:r>
            <a:r>
              <a:rPr lang="en-US" dirty="0"/>
              <a:t> </a:t>
            </a:r>
            <a:r>
              <a:rPr lang="en-US" dirty="0" err="1"/>
              <a:t>TankSheet</a:t>
            </a:r>
            <a:endParaRPr lang="en-US" dirty="0"/>
          </a:p>
          <a:p>
            <a:pPr lvl="1"/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tileMap</a:t>
            </a:r>
            <a:r>
              <a:rPr lang="en-US" dirty="0"/>
              <a:t> </a:t>
            </a:r>
          </a:p>
          <a:p>
            <a:r>
              <a:rPr lang="en-US" dirty="0" err="1"/>
              <a:t>Herhaling</a:t>
            </a:r>
            <a:r>
              <a:rPr lang="en-US" dirty="0"/>
              <a:t> 2d-animatie</a:t>
            </a:r>
          </a:p>
          <a:p>
            <a:r>
              <a:rPr lang="en-US" dirty="0" err="1"/>
              <a:t>Herhaling</a:t>
            </a:r>
            <a:r>
              <a:rPr lang="en-US" dirty="0"/>
              <a:t> 2d movement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91817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9CB73A-EC31-2D36-478F-772048539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Onderzoek</a:t>
            </a:r>
            <a:r>
              <a:rPr lang="en-US" dirty="0"/>
              <a:t> de </a:t>
            </a:r>
            <a:r>
              <a:rPr lang="en-US" dirty="0" err="1"/>
              <a:t>tileSet</a:t>
            </a:r>
            <a:r>
              <a:rPr lang="en-US" dirty="0"/>
              <a:t> Tank</a:t>
            </a:r>
            <a:endParaRPr lang="nl-NL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FFE94607-8771-7647-CBD0-115D52CA59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614" y="2266545"/>
            <a:ext cx="5758772" cy="2879386"/>
          </a:xfrm>
          <a:prstGeom prst="rect">
            <a:avLst/>
          </a:prstGeom>
        </p:spPr>
      </p:pic>
      <p:cxnSp>
        <p:nvCxnSpPr>
          <p:cNvPr id="7" name="Rechte verbindingslijn met pijl 6">
            <a:extLst>
              <a:ext uri="{FF2B5EF4-FFF2-40B4-BE49-F238E27FC236}">
                <a16:creationId xmlns:a16="http://schemas.microsoft.com/office/drawing/2014/main" id="{71142F46-5EB9-2605-DD70-F28298B519BE}"/>
              </a:ext>
            </a:extLst>
          </p:cNvPr>
          <p:cNvCxnSpPr/>
          <p:nvPr/>
        </p:nvCxnSpPr>
        <p:spPr>
          <a:xfrm>
            <a:off x="3216614" y="2033079"/>
            <a:ext cx="5758772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met pijl 7">
            <a:extLst>
              <a:ext uri="{FF2B5EF4-FFF2-40B4-BE49-F238E27FC236}">
                <a16:creationId xmlns:a16="http://schemas.microsoft.com/office/drawing/2014/main" id="{63C8D30C-2FF4-0F83-796D-6ACD680EA081}"/>
              </a:ext>
            </a:extLst>
          </p:cNvPr>
          <p:cNvCxnSpPr>
            <a:cxnSpLocks/>
          </p:cNvCxnSpPr>
          <p:nvPr/>
        </p:nvCxnSpPr>
        <p:spPr>
          <a:xfrm>
            <a:off x="9189363" y="2266545"/>
            <a:ext cx="0" cy="2879386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kstvak 10">
            <a:extLst>
              <a:ext uri="{FF2B5EF4-FFF2-40B4-BE49-F238E27FC236}">
                <a16:creationId xmlns:a16="http://schemas.microsoft.com/office/drawing/2014/main" id="{6A5F7E4A-F747-2A80-EBE5-8B617482F476}"/>
              </a:ext>
            </a:extLst>
          </p:cNvPr>
          <p:cNvSpPr txBox="1"/>
          <p:nvPr/>
        </p:nvSpPr>
        <p:spPr>
          <a:xfrm>
            <a:off x="5679057" y="1547015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256 </a:t>
            </a:r>
            <a:r>
              <a:rPr lang="en-US" dirty="0" err="1"/>
              <a:t>px</a:t>
            </a:r>
            <a:endParaRPr lang="nl-NL" dirty="0"/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CBBDFEF7-8BD7-9213-79C9-9A8391E1CCB8}"/>
              </a:ext>
            </a:extLst>
          </p:cNvPr>
          <p:cNvSpPr txBox="1"/>
          <p:nvPr/>
        </p:nvSpPr>
        <p:spPr>
          <a:xfrm>
            <a:off x="9296095" y="3615766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128 </a:t>
            </a:r>
            <a:r>
              <a:rPr lang="en-US" dirty="0" err="1"/>
              <a:t>px</a:t>
            </a:r>
            <a:endParaRPr lang="nl-NL" dirty="0"/>
          </a:p>
        </p:txBody>
      </p:sp>
      <p:sp>
        <p:nvSpPr>
          <p:cNvPr id="13" name="Rechthoek 12">
            <a:extLst>
              <a:ext uri="{FF2B5EF4-FFF2-40B4-BE49-F238E27FC236}">
                <a16:creationId xmlns:a16="http://schemas.microsoft.com/office/drawing/2014/main" id="{F4866B91-238D-6468-6371-FB606A493A73}"/>
              </a:ext>
            </a:extLst>
          </p:cNvPr>
          <p:cNvSpPr/>
          <p:nvPr/>
        </p:nvSpPr>
        <p:spPr>
          <a:xfrm>
            <a:off x="3216614" y="2266545"/>
            <a:ext cx="5758771" cy="28793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A827D136-ABA0-3CE6-9AFE-3CCF1D73BAEB}"/>
              </a:ext>
            </a:extLst>
          </p:cNvPr>
          <p:cNvSpPr txBox="1"/>
          <p:nvPr/>
        </p:nvSpPr>
        <p:spPr>
          <a:xfrm>
            <a:off x="3438452" y="5814215"/>
            <a:ext cx="465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Hoe </a:t>
            </a:r>
            <a:r>
              <a:rPr lang="en-US" dirty="0" err="1"/>
              <a:t>groot</a:t>
            </a:r>
            <a:r>
              <a:rPr lang="en-US" dirty="0"/>
              <a:t> (in pixels) is de </a:t>
            </a:r>
            <a:r>
              <a:rPr lang="en-US" dirty="0" err="1"/>
              <a:t>afmeting</a:t>
            </a:r>
            <a:r>
              <a:rPr lang="en-US" dirty="0"/>
              <a:t> van 1 Tile?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13109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4BE8C-A9EF-3C6D-9FF3-02CB2ED74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Opzetten</a:t>
            </a:r>
            <a:r>
              <a:rPr lang="en-US" dirty="0"/>
              <a:t> basis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4F68BCB-A8AF-9CFC-6DF1-0DC3A06B8F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nieuwe</a:t>
            </a:r>
            <a:r>
              <a:rPr lang="en-US" dirty="0"/>
              <a:t> Scene: Les4</a:t>
            </a:r>
          </a:p>
          <a:p>
            <a:r>
              <a:rPr lang="en-US" dirty="0"/>
              <a:t>Maak </a:t>
            </a:r>
            <a:r>
              <a:rPr lang="en-US" dirty="0" err="1"/>
              <a:t>daarin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Tilemap</a:t>
            </a:r>
            <a:r>
              <a:rPr lang="en-US" dirty="0"/>
              <a:t> “Ground”</a:t>
            </a:r>
          </a:p>
          <a:p>
            <a:r>
              <a:rPr lang="en-US" dirty="0" err="1"/>
              <a:t>Vul</a:t>
            </a:r>
            <a:r>
              <a:rPr lang="en-US" dirty="0"/>
              <a:t> de </a:t>
            </a:r>
            <a:r>
              <a:rPr lang="en-US" dirty="0" err="1"/>
              <a:t>Tilemap</a:t>
            </a:r>
            <a:r>
              <a:rPr lang="en-US" dirty="0"/>
              <a:t> “Ground” met </a:t>
            </a:r>
            <a:br>
              <a:rPr lang="en-US" dirty="0"/>
            </a:br>
            <a:endParaRPr lang="en-US" dirty="0"/>
          </a:p>
          <a:p>
            <a:endParaRPr lang="nl-NL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96D1C56A-AF81-87AD-E83E-DFBD1E154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787" y="2803473"/>
            <a:ext cx="762106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30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6C2DE-00F7-8373-42BE-1377BBABC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Opzetten</a:t>
            </a:r>
            <a:r>
              <a:rPr lang="en-US" dirty="0"/>
              <a:t> Player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95078E4-02AE-316A-0C3A-4ACCEDB90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Maak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leeg</a:t>
            </a:r>
            <a:r>
              <a:rPr lang="en-US" dirty="0"/>
              <a:t> </a:t>
            </a:r>
            <a:r>
              <a:rPr lang="en-US" dirty="0" err="1"/>
              <a:t>GameObject</a:t>
            </a:r>
            <a:r>
              <a:rPr lang="en-US" dirty="0"/>
              <a:t> “Player”</a:t>
            </a:r>
          </a:p>
          <a:p>
            <a:r>
              <a:rPr lang="en-US" dirty="0"/>
              <a:t>Maak in “Player”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childObject</a:t>
            </a:r>
            <a:r>
              <a:rPr lang="en-US" dirty="0"/>
              <a:t> met </a:t>
            </a:r>
            <a:r>
              <a:rPr lang="en-US" dirty="0" err="1"/>
              <a:t>als</a:t>
            </a:r>
            <a:r>
              <a:rPr lang="en-US" dirty="0"/>
              <a:t> naam “</a:t>
            </a:r>
            <a:r>
              <a:rPr lang="en-US" dirty="0" err="1"/>
              <a:t>TankAnim</a:t>
            </a:r>
            <a:r>
              <a:rPr lang="en-US" dirty="0"/>
              <a:t>”</a:t>
            </a:r>
          </a:p>
          <a:p>
            <a:r>
              <a:rPr lang="en-US" dirty="0"/>
              <a:t>Zet de </a:t>
            </a:r>
            <a:r>
              <a:rPr lang="en-US" dirty="0" err="1"/>
              <a:t>animatie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de Tank van de player op</a:t>
            </a:r>
          </a:p>
          <a:p>
            <a:endParaRPr lang="nl-NL" dirty="0"/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86AF503C-E180-D133-A123-9CC3044E5903}"/>
              </a:ext>
            </a:extLst>
          </p:cNvPr>
          <p:cNvGrpSpPr/>
          <p:nvPr/>
        </p:nvGrpSpPr>
        <p:grpSpPr>
          <a:xfrm>
            <a:off x="1233853" y="3429000"/>
            <a:ext cx="5611008" cy="1505160"/>
            <a:chOff x="1136576" y="2849140"/>
            <a:chExt cx="5611008" cy="1505160"/>
          </a:xfrm>
        </p:grpSpPr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20D80739-05C9-A678-64DD-56863E166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6576" y="2849140"/>
              <a:ext cx="5611008" cy="1505160"/>
            </a:xfrm>
            <a:prstGeom prst="rect">
              <a:avLst/>
            </a:prstGeom>
          </p:spPr>
        </p:pic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2C93B4D6-7009-80BF-5AE6-7D4E19B9ADC3}"/>
                </a:ext>
              </a:extLst>
            </p:cNvPr>
            <p:cNvSpPr/>
            <p:nvPr/>
          </p:nvSpPr>
          <p:spPr>
            <a:xfrm>
              <a:off x="1930400" y="3637280"/>
              <a:ext cx="4795520" cy="6908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EB299D95-4D6D-E7C0-93AE-17CFB0B2844E}"/>
                </a:ext>
              </a:extLst>
            </p:cNvPr>
            <p:cNvSpPr/>
            <p:nvPr/>
          </p:nvSpPr>
          <p:spPr>
            <a:xfrm>
              <a:off x="1136576" y="2910840"/>
              <a:ext cx="692224" cy="6908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6AA52A7A-6B75-D0B9-07E5-34F628E2A388}"/>
              </a:ext>
            </a:extLst>
          </p:cNvPr>
          <p:cNvSpPr txBox="1">
            <a:spLocks/>
          </p:cNvSpPr>
          <p:nvPr/>
        </p:nvSpPr>
        <p:spPr>
          <a:xfrm>
            <a:off x="1013298" y="154352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 Maak een leeg GameObject “Player”</a:t>
            </a:r>
          </a:p>
          <a:p>
            <a:r>
              <a:rPr lang="en-US"/>
              <a:t>Maak in “Player” een childObject met als naam “TankAnim”</a:t>
            </a:r>
          </a:p>
          <a:p>
            <a:r>
              <a:rPr lang="en-US"/>
              <a:t>Zet de animatie voor de Tank van de player op</a:t>
            </a:r>
          </a:p>
          <a:p>
            <a:endParaRPr lang="nl-NL" dirty="0"/>
          </a:p>
        </p:txBody>
      </p:sp>
      <p:grpSp>
        <p:nvGrpSpPr>
          <p:cNvPr id="10" name="Groep 9">
            <a:extLst>
              <a:ext uri="{FF2B5EF4-FFF2-40B4-BE49-F238E27FC236}">
                <a16:creationId xmlns:a16="http://schemas.microsoft.com/office/drawing/2014/main" id="{E6A4793E-4F98-E5B7-02C0-01118B57D235}"/>
              </a:ext>
            </a:extLst>
          </p:cNvPr>
          <p:cNvGrpSpPr/>
          <p:nvPr/>
        </p:nvGrpSpPr>
        <p:grpSpPr>
          <a:xfrm>
            <a:off x="1408951" y="3146897"/>
            <a:ext cx="5611008" cy="1505160"/>
            <a:chOff x="1136576" y="2849140"/>
            <a:chExt cx="5611008" cy="1505160"/>
          </a:xfrm>
        </p:grpSpPr>
        <p:pic>
          <p:nvPicPr>
            <p:cNvPr id="11" name="Afbeelding 10">
              <a:extLst>
                <a:ext uri="{FF2B5EF4-FFF2-40B4-BE49-F238E27FC236}">
                  <a16:creationId xmlns:a16="http://schemas.microsoft.com/office/drawing/2014/main" id="{06E83C7E-6C0B-137E-82EC-F2FC5D24A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6576" y="2849140"/>
              <a:ext cx="5611008" cy="1505160"/>
            </a:xfrm>
            <a:prstGeom prst="rect">
              <a:avLst/>
            </a:prstGeom>
          </p:spPr>
        </p:pic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BCD6A3B1-6A60-FEC6-A1FF-81C73FE76AB0}"/>
                </a:ext>
              </a:extLst>
            </p:cNvPr>
            <p:cNvSpPr/>
            <p:nvPr/>
          </p:nvSpPr>
          <p:spPr>
            <a:xfrm>
              <a:off x="1930400" y="3637280"/>
              <a:ext cx="4795520" cy="6908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BE0E3F16-7F4E-90DC-7F01-C3EF39FCB17D}"/>
                </a:ext>
              </a:extLst>
            </p:cNvPr>
            <p:cNvSpPr/>
            <p:nvPr/>
          </p:nvSpPr>
          <p:spPr>
            <a:xfrm>
              <a:off x="1136576" y="2910840"/>
              <a:ext cx="692224" cy="6908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</p:spTree>
    <p:extLst>
      <p:ext uri="{BB962C8B-B14F-4D97-AF65-F5344CB8AC3E}">
        <p14:creationId xmlns:p14="http://schemas.microsoft.com/office/powerpoint/2010/main" val="233493712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132</Words>
  <Application>Microsoft Office PowerPoint</Application>
  <PresentationFormat>Breedbeeld</PresentationFormat>
  <Paragraphs>24</Paragraphs>
  <Slides>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Kantoorthema</vt:lpstr>
      <vt:lpstr>TankSheet</vt:lpstr>
      <vt:lpstr>Lesdoelen les 4</vt:lpstr>
      <vt:lpstr>Onderzoek de tileSet Tank</vt:lpstr>
      <vt:lpstr>Opzetten basis</vt:lpstr>
      <vt:lpstr>Opzetten Player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Jelle Sjollema</dc:creator>
  <cp:lastModifiedBy>Jelle Sjollema</cp:lastModifiedBy>
  <cp:revision>3</cp:revision>
  <dcterms:created xsi:type="dcterms:W3CDTF">2026-05-21T13:06:38Z</dcterms:created>
  <dcterms:modified xsi:type="dcterms:W3CDTF">2026-05-27T11:46:22Z</dcterms:modified>
</cp:coreProperties>
</file>
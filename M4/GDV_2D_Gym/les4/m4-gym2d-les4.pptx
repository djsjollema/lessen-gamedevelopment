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9410E-78BD-4E02-8511-0EDA933FC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1D86721-9241-CA6B-E3A2-5C37A2FED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9DC458-51B3-FCAD-131C-EF16CA3C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1E4FDD-145A-59AC-9A7B-F011529FB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306833-8695-F0B4-ECC2-49744736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513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D03B28-B5E8-0A8F-8B2C-3DE44033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53697B-56D8-B181-EB52-ECCAD3FC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E97CFC5-F311-F59C-720C-D48CEEDB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804BCB9-6FA1-CDF7-D1D3-AADCC591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52631DE-6898-F781-5BB4-00F7BD36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789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ABC21-223E-242B-66CB-4A44D51B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58E3332-5AC9-F671-1BFE-ADADE00A0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05205B2-FC83-8FF9-2CAD-F0B7E2C1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EA5ED2-81B7-6140-82F5-CEEBE4A8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85562EB-32A4-CFBD-BED6-536C2043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140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894B1-4B71-8154-2BFE-AD546964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68F970-FB0C-AC31-E47F-0A4784873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1619F0-0A78-34B4-CFD3-DC2335B24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F3CA4A7-86C8-D02A-1AE8-C75484DD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C4A5D68-5560-1B38-347F-7492C11D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934A838-92DA-9E65-E5C3-6E5E1E83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629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E2342-39FB-548E-956D-A9D108402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AED9F4-07E0-8544-8C7F-CC7EF418F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4AA2AF-E388-13C9-7C6F-BDE595EC0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6B59F17-63A4-F44D-2CD0-5F149D5CE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5B3C9B6-1798-5B7E-9421-B1ED8D1D7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839C11A-32BD-3F5F-DDF1-3EC8726C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D82ED52-9BDB-B145-BD71-51740CB4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A5891BD-CD56-BE5B-0D3B-635B6951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241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6138B-E65E-3775-F7C2-DCF2751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AA60B03-7038-E755-5861-E9090E93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76CF825-AAD2-2438-1FA9-8835DF34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825494D-E24D-680D-04C8-72AF3929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699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D31B892-A0E6-E1DE-0367-8F101171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778AA67-ED0E-D90A-5B0F-8F0AC020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2AE49F4-E570-2F93-F23B-D9BD7CF7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458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824DF2-064B-5787-0FF6-F98C2F70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9C1981-21FA-1AFD-E6E6-FE5EC1B9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26CD3A-8A32-3651-4CD4-58BFA846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7DEFD95-D8D5-00CA-CC38-1EDCB191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383B3E4-B79A-B4EF-58C1-48597A8B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9BE9FA5-0677-66E0-F7C5-62B7C77E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661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46246-5FDB-787D-CB33-B8B67D45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7CCE1D4-10DB-A7D6-7892-00A6AFED9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FBDC245-14C2-9064-6855-D435EA3F1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593B7E5-8FAC-4473-8C78-A22D78A58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800690F-3202-F6FB-08C5-A2E4E94B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B4FA912-4776-6682-EBB6-C659DA9B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870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916B8-F7AA-5095-5470-D4DAB90A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4F257A4-F5BF-0375-7688-77034A0D7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6640F0E-3C6C-7AD3-FA5A-59AAEAA9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CA81AC-E881-E0D7-490A-CFB97E6F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569032-3D82-D700-CA5B-90852B85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420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0D552A1-4C93-302E-EDAB-DC6B7735D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E39E61E-5373-E6A3-26E8-E511D5360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E1C502-19AA-E9E6-C557-15EA3941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9A6EDB0-DEB3-A4F0-1A86-519F9C55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3BA2C9-BDB3-4269-294D-64F6DCC1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77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F3D6F6F-72C5-6BE1-E8E4-76C9D7B7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FF22C2-05E5-646A-560B-3D146D497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B8AA9C4-D323-5CA9-8BBC-25E7B01C4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F147A-C75C-4EE1-85A0-F1BDEA974B7A}" type="datetimeFigureOut">
              <a:rPr lang="nl-NL" smtClean="0"/>
              <a:t>27-5-2026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326B19-8947-9427-EE79-0E4E233C7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D6EA4A-CF27-E862-DCA7-27C7E967B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172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625AD-B8E5-ED22-C42B-D710E3B3D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TankSheet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DE0837C-9A1C-9AF7-EAAF-04BFA37EC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884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7478DA-1DB3-026D-352C-1B54F533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Lesdoelen</a:t>
            </a:r>
            <a:r>
              <a:rPr lang="en-US" dirty="0"/>
              <a:t> les 4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42B017-81AF-3DDA-DD87-6DFFD5C21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Importeren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tileSet</a:t>
            </a:r>
            <a:endParaRPr lang="en-US" dirty="0"/>
          </a:p>
          <a:p>
            <a:r>
              <a:rPr lang="en-US" dirty="0" err="1"/>
              <a:t>Opzetten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Tank-game</a:t>
            </a:r>
          </a:p>
          <a:p>
            <a:r>
              <a:rPr lang="en-US" dirty="0" err="1"/>
              <a:t>Herhaling</a:t>
            </a:r>
            <a:r>
              <a:rPr lang="en-US" dirty="0"/>
              <a:t> </a:t>
            </a:r>
            <a:r>
              <a:rPr lang="en-US" dirty="0" err="1"/>
              <a:t>Tilemap</a:t>
            </a:r>
            <a:endParaRPr lang="en-US" dirty="0"/>
          </a:p>
          <a:p>
            <a:pPr lvl="1"/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tilePallette</a:t>
            </a:r>
            <a:r>
              <a:rPr lang="en-US" dirty="0"/>
              <a:t> </a:t>
            </a:r>
            <a:r>
              <a:rPr lang="en-US" dirty="0" err="1"/>
              <a:t>TankSheet</a:t>
            </a:r>
            <a:endParaRPr lang="en-US" dirty="0"/>
          </a:p>
          <a:p>
            <a:pPr lvl="1"/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tileMap</a:t>
            </a:r>
            <a:r>
              <a:rPr lang="en-US" dirty="0"/>
              <a:t> </a:t>
            </a:r>
          </a:p>
          <a:p>
            <a:r>
              <a:rPr lang="en-US" dirty="0" err="1"/>
              <a:t>Herhaling</a:t>
            </a:r>
            <a:r>
              <a:rPr lang="en-US" dirty="0"/>
              <a:t> 2d-animatie</a:t>
            </a:r>
          </a:p>
          <a:p>
            <a:r>
              <a:rPr lang="en-US" dirty="0" err="1"/>
              <a:t>Herhaling</a:t>
            </a:r>
            <a:r>
              <a:rPr lang="en-US" dirty="0"/>
              <a:t> 2d movement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9181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CB73A-EC31-2D36-478F-77204853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Onderzoek</a:t>
            </a:r>
            <a:r>
              <a:rPr lang="en-US" dirty="0"/>
              <a:t> de </a:t>
            </a:r>
            <a:r>
              <a:rPr lang="en-US" dirty="0" err="1"/>
              <a:t>tileSet</a:t>
            </a:r>
            <a:r>
              <a:rPr lang="en-US" dirty="0"/>
              <a:t> Tank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FFE94607-8771-7647-CBD0-115D52CA5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614" y="2266545"/>
            <a:ext cx="5758772" cy="2879386"/>
          </a:xfrm>
          <a:prstGeom prst="rect">
            <a:avLst/>
          </a:prstGeom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71142F46-5EB9-2605-DD70-F28298B519BE}"/>
              </a:ext>
            </a:extLst>
          </p:cNvPr>
          <p:cNvCxnSpPr/>
          <p:nvPr/>
        </p:nvCxnSpPr>
        <p:spPr>
          <a:xfrm>
            <a:off x="3216614" y="2033079"/>
            <a:ext cx="5758772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63C8D30C-2FF4-0F83-796D-6ACD680EA081}"/>
              </a:ext>
            </a:extLst>
          </p:cNvPr>
          <p:cNvCxnSpPr>
            <a:cxnSpLocks/>
          </p:cNvCxnSpPr>
          <p:nvPr/>
        </p:nvCxnSpPr>
        <p:spPr>
          <a:xfrm>
            <a:off x="9189363" y="2266545"/>
            <a:ext cx="0" cy="287938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6A5F7E4A-F747-2A80-EBE5-8B617482F476}"/>
              </a:ext>
            </a:extLst>
          </p:cNvPr>
          <p:cNvSpPr txBox="1"/>
          <p:nvPr/>
        </p:nvSpPr>
        <p:spPr>
          <a:xfrm>
            <a:off x="5679057" y="1547015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256 </a:t>
            </a:r>
            <a:r>
              <a:rPr lang="en-US" dirty="0" err="1"/>
              <a:t>px</a:t>
            </a:r>
            <a:endParaRPr lang="nl-NL" dirty="0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CBBDFEF7-8BD7-9213-79C9-9A8391E1CCB8}"/>
              </a:ext>
            </a:extLst>
          </p:cNvPr>
          <p:cNvSpPr txBox="1"/>
          <p:nvPr/>
        </p:nvSpPr>
        <p:spPr>
          <a:xfrm>
            <a:off x="9296095" y="3615766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128 </a:t>
            </a:r>
            <a:r>
              <a:rPr lang="en-US" dirty="0" err="1"/>
              <a:t>px</a:t>
            </a:r>
            <a:endParaRPr lang="nl-NL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F4866B91-238D-6468-6371-FB606A493A73}"/>
              </a:ext>
            </a:extLst>
          </p:cNvPr>
          <p:cNvSpPr/>
          <p:nvPr/>
        </p:nvSpPr>
        <p:spPr>
          <a:xfrm>
            <a:off x="3216614" y="2266545"/>
            <a:ext cx="5758771" cy="28793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827D136-ABA0-3CE6-9AFE-3CCF1D73BAEB}"/>
              </a:ext>
            </a:extLst>
          </p:cNvPr>
          <p:cNvSpPr txBox="1"/>
          <p:nvPr/>
        </p:nvSpPr>
        <p:spPr>
          <a:xfrm>
            <a:off x="3438452" y="5814215"/>
            <a:ext cx="465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Hoe </a:t>
            </a:r>
            <a:r>
              <a:rPr lang="en-US" dirty="0" err="1"/>
              <a:t>groot</a:t>
            </a:r>
            <a:r>
              <a:rPr lang="en-US" dirty="0"/>
              <a:t> (in pixels) is de </a:t>
            </a:r>
            <a:r>
              <a:rPr lang="en-US" dirty="0" err="1"/>
              <a:t>afmeting</a:t>
            </a:r>
            <a:r>
              <a:rPr lang="en-US" dirty="0"/>
              <a:t> van 1 Tile?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1310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4BE8C-A9EF-3C6D-9FF3-02CB2ED7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Opzetten</a:t>
            </a:r>
            <a:r>
              <a:rPr lang="en-US" dirty="0"/>
              <a:t> basis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F68BCB-A8AF-9CFC-6DF1-0DC3A06B8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Scene: Les4</a:t>
            </a:r>
          </a:p>
          <a:p>
            <a:r>
              <a:rPr lang="en-US" dirty="0"/>
              <a:t>Maak </a:t>
            </a:r>
            <a:r>
              <a:rPr lang="en-US" dirty="0" err="1"/>
              <a:t>daarin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Tilemap</a:t>
            </a:r>
            <a:r>
              <a:rPr lang="en-US" dirty="0"/>
              <a:t> “Ground”</a:t>
            </a:r>
          </a:p>
          <a:p>
            <a:r>
              <a:rPr lang="en-US" dirty="0" err="1"/>
              <a:t>Vul</a:t>
            </a:r>
            <a:r>
              <a:rPr lang="en-US" dirty="0"/>
              <a:t> de </a:t>
            </a:r>
            <a:r>
              <a:rPr lang="en-US" dirty="0" err="1"/>
              <a:t>Tilemap</a:t>
            </a:r>
            <a:r>
              <a:rPr lang="en-US" dirty="0"/>
              <a:t> “Ground” met </a:t>
            </a:r>
            <a:br>
              <a:rPr lang="en-US" dirty="0"/>
            </a:br>
            <a:endParaRPr lang="en-US" dirty="0"/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6D1C56A-AF81-87AD-E83E-DFBD1E15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787" y="2803473"/>
            <a:ext cx="762106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30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6C2DE-00F7-8373-42BE-1377BBAB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Opzetten</a:t>
            </a:r>
            <a:r>
              <a:rPr lang="en-US" sz="2800" dirty="0"/>
              <a:t> </a:t>
            </a:r>
            <a:r>
              <a:rPr lang="en-US" sz="2800" dirty="0" err="1"/>
              <a:t>TankPlayer</a:t>
            </a:r>
            <a:endParaRPr lang="nl-NL" sz="28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5078E4-02AE-316A-0C3A-4ACCEDB90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leeg</a:t>
            </a:r>
            <a:r>
              <a:rPr lang="en-US" dirty="0"/>
              <a:t> </a:t>
            </a:r>
            <a:r>
              <a:rPr lang="en-US" dirty="0" err="1"/>
              <a:t>GameObject</a:t>
            </a:r>
            <a:r>
              <a:rPr lang="en-US" dirty="0"/>
              <a:t> “</a:t>
            </a:r>
            <a:r>
              <a:rPr lang="en-US" dirty="0" err="1"/>
              <a:t>TankPlayer</a:t>
            </a:r>
            <a:r>
              <a:rPr lang="en-US" dirty="0"/>
              <a:t>”</a:t>
            </a:r>
          </a:p>
          <a:p>
            <a:r>
              <a:rPr lang="en-US" dirty="0"/>
              <a:t>Maak in “</a:t>
            </a:r>
            <a:r>
              <a:rPr lang="en-US" dirty="0" err="1"/>
              <a:t>TankPlayer</a:t>
            </a:r>
            <a:r>
              <a:rPr lang="en-US" dirty="0"/>
              <a:t>”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childObject</a:t>
            </a:r>
            <a:r>
              <a:rPr lang="en-US" dirty="0"/>
              <a:t> met </a:t>
            </a:r>
            <a:r>
              <a:rPr lang="en-US" dirty="0" err="1"/>
              <a:t>als</a:t>
            </a:r>
            <a:r>
              <a:rPr lang="en-US" dirty="0"/>
              <a:t> naam “</a:t>
            </a:r>
            <a:r>
              <a:rPr lang="en-US" dirty="0" err="1"/>
              <a:t>TankAnim</a:t>
            </a:r>
            <a:r>
              <a:rPr lang="en-US" dirty="0"/>
              <a:t>”</a:t>
            </a:r>
          </a:p>
          <a:p>
            <a:r>
              <a:rPr lang="en-US" dirty="0"/>
              <a:t>Zet de </a:t>
            </a:r>
            <a:r>
              <a:rPr lang="en-US" dirty="0" err="1"/>
              <a:t>animatie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de </a:t>
            </a:r>
            <a:r>
              <a:rPr lang="en-US" dirty="0" err="1"/>
              <a:t>TankAnim</a:t>
            </a:r>
            <a:r>
              <a:rPr lang="en-US" dirty="0"/>
              <a:t> van de player op </a:t>
            </a:r>
          </a:p>
          <a:p>
            <a:endParaRPr lang="nl-NL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6AA52A7A-6B75-D0B9-07E5-34F628E2A388}"/>
              </a:ext>
            </a:extLst>
          </p:cNvPr>
          <p:cNvSpPr txBox="1">
            <a:spLocks/>
          </p:cNvSpPr>
          <p:nvPr/>
        </p:nvSpPr>
        <p:spPr>
          <a:xfrm>
            <a:off x="1013298" y="154352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E6A4793E-4F98-E5B7-02C0-01118B57D235}"/>
              </a:ext>
            </a:extLst>
          </p:cNvPr>
          <p:cNvGrpSpPr/>
          <p:nvPr/>
        </p:nvGrpSpPr>
        <p:grpSpPr>
          <a:xfrm>
            <a:off x="1139776" y="3558842"/>
            <a:ext cx="5611008" cy="1505160"/>
            <a:chOff x="1136576" y="2849140"/>
            <a:chExt cx="5611008" cy="1505160"/>
          </a:xfrm>
        </p:grpSpPr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06E83C7E-6C0B-137E-82EC-F2FC5D24A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6576" y="2849140"/>
              <a:ext cx="5611008" cy="1505160"/>
            </a:xfrm>
            <a:prstGeom prst="rect">
              <a:avLst/>
            </a:prstGeom>
          </p:spPr>
        </p:pic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BCD6A3B1-6A60-FEC6-A1FF-81C73FE76AB0}"/>
                </a:ext>
              </a:extLst>
            </p:cNvPr>
            <p:cNvSpPr/>
            <p:nvPr/>
          </p:nvSpPr>
          <p:spPr>
            <a:xfrm>
              <a:off x="1930400" y="3637280"/>
              <a:ext cx="4795520" cy="690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E0E3F16-7F4E-90DC-7F01-C3EF39FCB17D}"/>
                </a:ext>
              </a:extLst>
            </p:cNvPr>
            <p:cNvSpPr/>
            <p:nvPr/>
          </p:nvSpPr>
          <p:spPr>
            <a:xfrm>
              <a:off x="1136576" y="2910840"/>
              <a:ext cx="692224" cy="690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</p:grpSp>
      <p:sp>
        <p:nvSpPr>
          <p:cNvPr id="14" name="Tekstvak 13">
            <a:extLst>
              <a:ext uri="{FF2B5EF4-FFF2-40B4-BE49-F238E27FC236}">
                <a16:creationId xmlns:a16="http://schemas.microsoft.com/office/drawing/2014/main" id="{68F435C1-F979-DC3B-A677-E82770194420}"/>
              </a:ext>
            </a:extLst>
          </p:cNvPr>
          <p:cNvSpPr txBox="1"/>
          <p:nvPr/>
        </p:nvSpPr>
        <p:spPr>
          <a:xfrm>
            <a:off x="897280" y="55872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Draai de </a:t>
            </a:r>
            <a:r>
              <a:rPr lang="en-US" sz="2800" dirty="0" err="1"/>
              <a:t>TankAnim</a:t>
            </a:r>
            <a:r>
              <a:rPr lang="en-US" sz="2800" dirty="0"/>
              <a:t> -90° om de z-as 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01F16685-81AB-3C3B-52A2-DE0A18FFE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49" y="5728093"/>
            <a:ext cx="19526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3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1CC4D-2EED-A268-F90B-FAB9C5262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Koppel een script aan de </a:t>
            </a:r>
            <a:r>
              <a:rPr lang="nl-NL" dirty="0" err="1"/>
              <a:t>TankPlayer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85772-4338-64CA-F9F2-0C02DF578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11098"/>
          </a:xfrm>
        </p:spPr>
        <p:txBody>
          <a:bodyPr>
            <a:normAutofit/>
          </a:bodyPr>
          <a:lstStyle/>
          <a:p>
            <a:r>
              <a:rPr lang="nl-NL" sz="2000" dirty="0"/>
              <a:t>Voeg besturing toe aan de </a:t>
            </a:r>
            <a:r>
              <a:rPr lang="nl-NL" sz="2000" dirty="0" err="1"/>
              <a:t>TankPlayer</a:t>
            </a:r>
            <a:endParaRPr lang="en-US" sz="20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4190442-9B52-D9F6-1F1E-216C13756B5F}"/>
              </a:ext>
            </a:extLst>
          </p:cNvPr>
          <p:cNvSpPr txBox="1"/>
          <p:nvPr/>
        </p:nvSpPr>
        <p:spPr>
          <a:xfrm>
            <a:off x="452284" y="2877476"/>
            <a:ext cx="120543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horizontalInput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Input.GetAxis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("Horizontal");</a:t>
            </a:r>
          </a:p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transform.Rotate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(Vector3.forward,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horizontalInput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Time.deltaTime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f);</a:t>
            </a:r>
          </a:p>
          <a:p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verticalInput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Input.GetAxis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("Vertical");</a:t>
            </a:r>
          </a:p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transform.Translate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(Vector3.right 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verticalInput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Time.deltaTime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speed);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10B3FAC-D5CE-CF06-9F86-B58F00DD5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514" y="4488118"/>
            <a:ext cx="39814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9759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171</Words>
  <Application>Microsoft Office PowerPoint</Application>
  <PresentationFormat>Breedbeeld</PresentationFormat>
  <Paragraphs>29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Kantoorthema</vt:lpstr>
      <vt:lpstr>TankSheet</vt:lpstr>
      <vt:lpstr>Lesdoelen les 4</vt:lpstr>
      <vt:lpstr>Onderzoek de tileSet Tank</vt:lpstr>
      <vt:lpstr>Opzetten basis</vt:lpstr>
      <vt:lpstr>Opzetten TankPlayer</vt:lpstr>
      <vt:lpstr>Koppel een script aan de TankPlayer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8</cp:revision>
  <dcterms:created xsi:type="dcterms:W3CDTF">2026-05-21T13:06:38Z</dcterms:created>
  <dcterms:modified xsi:type="dcterms:W3CDTF">2026-05-27T13:05:30Z</dcterms:modified>
</cp:coreProperties>
</file>
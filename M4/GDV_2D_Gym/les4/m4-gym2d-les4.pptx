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19410E-78BD-4E02-8511-0EDA933FC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D86721-9241-CA6B-E3A2-5C37A2FED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59DC458-51B3-FCAD-131C-EF16CA3CE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01E4FDD-145A-59AC-9A7B-F011529FB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306833-8695-F0B4-ECC2-49744736D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75137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D03B28-B5E8-0A8F-8B2C-3DE440335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53697B-56D8-B181-EB52-ECCAD3FC1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E97CFC5-F311-F59C-720C-D48CEEDBE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04BCB9-6FA1-CDF7-D1D3-AADCC591C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2631DE-6898-F781-5BB4-00F7BD36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789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0ABC21-223E-242B-66CB-4A44D51B9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8E3332-5AC9-F671-1BFE-ADADE00A0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05205B2-FC83-8FF9-2CAD-F0B7E2C18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3EA5ED2-81B7-6140-82F5-CEEBE4A84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5562EB-32A4-CFBD-BED6-536C2043A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1408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4894B1-4B71-8154-2BFE-AD546964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868F970-FB0C-AC31-E47F-0A4784873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F1619F0-0A78-34B4-CFD3-DC2335B24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3CA4A7-86C8-D02A-1AE8-C75484DD1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C4A5D68-5560-1B38-347F-7492C11D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934A838-92DA-9E65-E5C3-6E5E1E83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6298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3E2342-39FB-548E-956D-A9D108402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0AED9F4-07E0-8544-8C7F-CC7EF418F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D4AA2AF-E388-13C9-7C6F-BDE595EC0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6B59F17-63A4-F44D-2CD0-5F149D5CE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5B3C9B6-1798-5B7E-9421-B1ED8D1D76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839C11A-32BD-3F5F-DDF1-3EC8726C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7D82ED52-9BDB-B145-BD71-51740CB46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A5891BD-CD56-BE5B-0D3B-635B6951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02419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6138B-E65E-3775-F7C2-DCF27513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DAA60B03-7038-E755-5861-E9090E93C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76CF825-AAD2-2438-1FA9-8835DF34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825494D-E24D-680D-04C8-72AF3929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699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D31B892-A0E6-E1DE-0367-8F101171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778AA67-ED0E-D90A-5B0F-8F0AC020F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2AE49F4-E570-2F93-F23B-D9BD7CF72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458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824DF2-064B-5787-0FF6-F98C2F70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09C1981-21FA-1AFD-E6E6-FE5EC1B92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B26CD3A-8A32-3651-4CD4-58BFA8467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7DEFD95-D8D5-00CA-CC38-1EDCB191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383B3E4-B79A-B4EF-58C1-48597A8B4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9BE9FA5-0677-66E0-F7C5-62B7C77E3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6610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46246-5FDB-787D-CB33-B8B67D45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B7CCE1D4-10DB-A7D6-7892-00A6AFED9C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FBDC245-14C2-9064-6855-D435EA3F1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593B7E5-8FAC-4473-8C78-A22D78A58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800690F-3202-F6FB-08C5-A2E4E94B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B4FA912-4776-6682-EBB6-C659DA9B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870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916B8-F7AA-5095-5470-D4DAB90A8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4F257A4-F5BF-0375-7688-77034A0D7B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6640F0E-3C6C-7AD3-FA5A-59AAEAA98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CA81AC-E881-E0D7-490A-CFB97E6F1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569032-3D82-D700-CA5B-90852B85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04204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0D552A1-4C93-302E-EDAB-DC6B7735D1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E39E61E-5373-E6A3-26E8-E511D5360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1C502-19AA-E9E6-C557-15EA394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9A6EDB0-DEB3-A4F0-1A86-519F9C55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3BA2C9-BDB3-4269-294D-64F6DCC19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77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F3D6F6F-72C5-6BE1-E8E4-76C9D7B7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5FF22C2-05E5-646A-560B-3D146D49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B8AA9C4-D323-5CA9-8BBC-25E7B01C43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F147A-C75C-4EE1-85A0-F1BDEA974B7A}" type="datetimeFigureOut">
              <a:rPr lang="nl-NL" smtClean="0"/>
              <a:t>21-5-2026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6326B19-8947-9427-EE79-0E4E233C7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D6EA4A-CF27-E862-DCA7-27C7E967B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72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6625AD-B8E5-ED22-C42B-D710E3B3D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TankSheet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DE0837C-9A1C-9AF7-EAAF-04BFA37ECC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8842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9CB73A-EC31-2D36-478F-772048539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Onderzoek</a:t>
            </a:r>
            <a:r>
              <a:rPr lang="en-US" dirty="0"/>
              <a:t> de </a:t>
            </a:r>
            <a:r>
              <a:rPr lang="en-US" dirty="0" err="1"/>
              <a:t>tileSet</a:t>
            </a:r>
            <a:r>
              <a:rPr lang="en-US" dirty="0"/>
              <a:t> Tank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FE94607-8771-7647-CBD0-115D52CA5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614" y="2266545"/>
            <a:ext cx="5758772" cy="2879386"/>
          </a:xfrm>
          <a:prstGeom prst="rect">
            <a:avLst/>
          </a:prstGeom>
        </p:spPr>
      </p:pic>
      <p:cxnSp>
        <p:nvCxnSpPr>
          <p:cNvPr id="7" name="Rechte verbindingslijn met pijl 6">
            <a:extLst>
              <a:ext uri="{FF2B5EF4-FFF2-40B4-BE49-F238E27FC236}">
                <a16:creationId xmlns:a16="http://schemas.microsoft.com/office/drawing/2014/main" id="{71142F46-5EB9-2605-DD70-F28298B519BE}"/>
              </a:ext>
            </a:extLst>
          </p:cNvPr>
          <p:cNvCxnSpPr/>
          <p:nvPr/>
        </p:nvCxnSpPr>
        <p:spPr>
          <a:xfrm>
            <a:off x="3216614" y="2033079"/>
            <a:ext cx="5758772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63C8D30C-2FF4-0F83-796D-6ACD680EA081}"/>
              </a:ext>
            </a:extLst>
          </p:cNvPr>
          <p:cNvCxnSpPr>
            <a:cxnSpLocks/>
          </p:cNvCxnSpPr>
          <p:nvPr/>
        </p:nvCxnSpPr>
        <p:spPr>
          <a:xfrm>
            <a:off x="9189363" y="2266545"/>
            <a:ext cx="0" cy="2879386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6A5F7E4A-F747-2A80-EBE5-8B617482F476}"/>
              </a:ext>
            </a:extLst>
          </p:cNvPr>
          <p:cNvSpPr txBox="1"/>
          <p:nvPr/>
        </p:nvSpPr>
        <p:spPr>
          <a:xfrm>
            <a:off x="5679057" y="1547015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256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BBDFEF7-8BD7-9213-79C9-9A8391E1CCB8}"/>
              </a:ext>
            </a:extLst>
          </p:cNvPr>
          <p:cNvSpPr txBox="1"/>
          <p:nvPr/>
        </p:nvSpPr>
        <p:spPr>
          <a:xfrm>
            <a:off x="9296095" y="3615766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128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F4866B91-238D-6468-6371-FB606A493A73}"/>
              </a:ext>
            </a:extLst>
          </p:cNvPr>
          <p:cNvSpPr/>
          <p:nvPr/>
        </p:nvSpPr>
        <p:spPr>
          <a:xfrm>
            <a:off x="3216614" y="2266545"/>
            <a:ext cx="5758771" cy="28793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827D136-ABA0-3CE6-9AFE-3CCF1D73BAEB}"/>
              </a:ext>
            </a:extLst>
          </p:cNvPr>
          <p:cNvSpPr txBox="1"/>
          <p:nvPr/>
        </p:nvSpPr>
        <p:spPr>
          <a:xfrm>
            <a:off x="3438452" y="5814215"/>
            <a:ext cx="3085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Wat is de </a:t>
            </a:r>
            <a:r>
              <a:rPr lang="en-US" dirty="0" err="1"/>
              <a:t>afmeting</a:t>
            </a:r>
            <a:r>
              <a:rPr lang="en-US"/>
              <a:t> van 1 Tile?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1310902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</Words>
  <Application>Microsoft Office PowerPoint</Application>
  <PresentationFormat>Breedbeeld</PresentationFormat>
  <Paragraphs>5</Paragraphs>
  <Slides>2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Kantoorthema</vt:lpstr>
      <vt:lpstr>TankSheet</vt:lpstr>
      <vt:lpstr>Onderzoek de tileSet Tank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1</cp:revision>
  <dcterms:created xsi:type="dcterms:W3CDTF">2026-05-21T13:06:38Z</dcterms:created>
  <dcterms:modified xsi:type="dcterms:W3CDTF">2026-05-21T13:12:16Z</dcterms:modified>
</cp:coreProperties>
</file>
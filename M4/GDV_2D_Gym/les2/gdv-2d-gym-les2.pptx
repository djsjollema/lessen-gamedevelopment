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9" r:id="rId7"/>
    <p:sldId id="258" r:id="rId8"/>
    <p:sldId id="26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30" autoAdjust="0"/>
    <p:restoredTop sz="94660"/>
  </p:normalViewPr>
  <p:slideViewPr>
    <p:cSldViewPr snapToGrid="0">
      <p:cViewPr varScale="1">
        <p:scale>
          <a:sx n="79" d="100"/>
          <a:sy n="79" d="100"/>
        </p:scale>
        <p:origin x="94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3A8A0C-1F6F-0F78-2219-C0BBB1E1CA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D166E829-8866-0519-A189-CC25DACF85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F2A911A-EE85-5C40-A486-5DD0E6A92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255D4-ABB5-456D-9970-B21DD0297007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9B4F119-E817-4FF7-1E4E-DB77F320A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45C3FD6-FB3A-753E-DDA4-C969E2FA5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2908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4EED3F-3162-770C-65ED-0E0655726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AEE4547-076C-9D9D-D556-0C852163ED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099A5DE-BD9F-166F-0275-65C033597A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255D4-ABB5-456D-9970-B21DD0297007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789018C-AAD1-7DAB-7283-D885EA81E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94BFD9C-76EE-8B61-9D95-64F7B045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524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992FCA-AF90-C9E0-ECBD-242BD44A2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9E5D8BAE-33DA-4D11-0FE0-7CE3FE80B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ED1E0AE-C46D-A5A5-8D82-3A782A134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255D4-ABB5-456D-9970-B21DD0297007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970877C-4A14-6AC6-E5DC-AF0F1006E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F9502C0-3007-B7B8-6CA4-FC112930B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3552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399738-920B-9D90-F3AE-50B315D18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6C48328-2385-DFF9-C772-FD6FF98066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4297493E-39F3-E272-46EA-FCE2782400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C7EAA5D4-33FA-4757-1FFC-392483B63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255D4-ABB5-456D-9970-B21DD0297007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D034D644-AE08-41A4-F358-64F6E1EF0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131DF8B3-8758-0FFA-6E21-32E7B19AE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8193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FF44E9-3A0B-A01B-F95E-6EE98D91F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1711C3B-69A5-5680-2743-95B5BEAA8E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DEE9CB4A-BC2D-5D54-FE9A-4CF461C000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86F1E590-290A-506B-7031-D1F0DEC8E7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9DAAEBDF-9A2A-AA1C-C1EC-6AB60D6BF4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61ED810B-F583-BF03-0479-2054AE543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255D4-ABB5-456D-9970-B21DD0297007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5D741510-C478-C504-5481-ED70A6270C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12645690-B644-DDF9-0341-1DAE1FA9A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8593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BF84BB-8866-0A12-190F-D20E053D7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FD54366A-2CB4-A244-24DC-39C184852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255D4-ABB5-456D-9970-B21DD0297007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E57B5998-523C-D3AE-DBB0-A4FB6FF72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FEF16F0-1ED5-29F6-E236-A8FEA39A1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2975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68582B71-2A8C-3355-A1A7-DE0564A6F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255D4-ABB5-456D-9970-B21DD0297007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0C1C948-B3F3-D3FA-D08C-2335E7AF7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48EF9565-D7BE-277A-E611-E07742B4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264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515A21-4E36-158C-9B03-A68DED874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71C9AA3-4A7B-B534-274B-CD94A2ADC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17242100-6F72-BAA5-C5CD-5302865CF2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66AD34DD-D47C-BA7D-2E70-1C63B979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255D4-ABB5-456D-9970-B21DD0297007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0BF7F742-77F0-D6C2-3BCA-EC9326442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40548E9E-BCD8-B0A8-564B-5EF40E210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017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AEFF74-7CBF-839D-AE03-6B9678408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EE7CC3EA-C103-9FED-DF92-979ABBB57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1B97518E-5F2A-F4DE-3519-568D9FB37A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9EDD9B88-A2BF-B88A-10B1-D0759480D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255D4-ABB5-456D-9970-B21DD0297007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37B83DAB-30BC-4644-79C3-DB4350AD5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DA2621D-27C3-369B-69B9-DB9DC2DEA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8307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985BAB-5F37-F994-049E-BD66D7E0D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CA2F45AF-0D0C-43F8-9794-2357F1CA6B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371B622-FB6F-B2D7-C2D8-277EA1142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255D4-ABB5-456D-9970-B21DD0297007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DEE31A1-5033-871B-A2E2-8A9687934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00F8091-74E1-8E90-E6B7-9E3BBFE4B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415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6487685A-6508-DA10-9D97-50C5C35774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FC335A84-027A-1381-B02F-3001931F47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3D5B2F0-E7FE-9635-D0D2-56ABFF493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255D4-ABB5-456D-9970-B21DD0297007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1EEB914-009E-AC1E-E41C-773C714B9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B8DF3FE-06B3-8661-F25A-9CAC9EC55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4334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920C671C-33B4-332B-4FE0-9873FF02E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C67CB32-134A-0399-C255-2DABFAD436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3813468-6F04-34F8-4A0A-E78A6538AA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6255D4-ABB5-456D-9970-B21DD0297007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7C33103-0AF5-BC80-19BD-C76CB6D039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BC76336-BD84-9C60-004C-138A960589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652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78C9FD6-53AB-C88A-5192-BD83F2875D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2567" y="818984"/>
            <a:ext cx="6714699" cy="3178689"/>
          </a:xfrm>
        </p:spPr>
        <p:txBody>
          <a:bodyPr>
            <a:normAutofit/>
          </a:bodyPr>
          <a:lstStyle/>
          <a:p>
            <a:pPr algn="l"/>
            <a:r>
              <a:rPr lang="nl-NL" sz="4800">
                <a:solidFill>
                  <a:srgbClr val="FFFFFF"/>
                </a:solidFill>
              </a:rPr>
              <a:t>Tilemaps</a:t>
            </a:r>
            <a:endParaRPr lang="en-US" sz="4800">
              <a:solidFill>
                <a:srgbClr val="FFFFFF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FD8716DA-DAB8-D61E-9C2D-A01D394614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85397" y="4960961"/>
            <a:ext cx="7055893" cy="1078054"/>
          </a:xfrm>
        </p:spPr>
        <p:txBody>
          <a:bodyPr>
            <a:normAutofit/>
          </a:bodyPr>
          <a:lstStyle/>
          <a:p>
            <a:pPr algn="l"/>
            <a:r>
              <a:rPr lang="nl-NL">
                <a:solidFill>
                  <a:srgbClr val="FFFFFF"/>
                </a:solidFill>
              </a:rPr>
              <a:t>De basis</a:t>
            </a:r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4710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AFACB2-DA6C-BDD7-71E2-314506816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Gebruikte</a:t>
            </a:r>
            <a:r>
              <a:rPr lang="en-US" dirty="0"/>
              <a:t> termen</a:t>
            </a:r>
          </a:p>
        </p:txBody>
      </p:sp>
      <p:grpSp>
        <p:nvGrpSpPr>
          <p:cNvPr id="26" name="Groep 25">
            <a:extLst>
              <a:ext uri="{FF2B5EF4-FFF2-40B4-BE49-F238E27FC236}">
                <a16:creationId xmlns:a16="http://schemas.microsoft.com/office/drawing/2014/main" id="{692C2740-6E09-FE8D-A09F-FE27B192559F}"/>
              </a:ext>
            </a:extLst>
          </p:cNvPr>
          <p:cNvGrpSpPr/>
          <p:nvPr/>
        </p:nvGrpSpPr>
        <p:grpSpPr>
          <a:xfrm>
            <a:off x="2671945" y="3529883"/>
            <a:ext cx="2388389" cy="605693"/>
            <a:chOff x="1160815" y="2247009"/>
            <a:chExt cx="2388389" cy="605693"/>
          </a:xfrm>
        </p:grpSpPr>
        <p:sp>
          <p:nvSpPr>
            <p:cNvPr id="4" name="Rechthoek 3">
              <a:extLst>
                <a:ext uri="{FF2B5EF4-FFF2-40B4-BE49-F238E27FC236}">
                  <a16:creationId xmlns:a16="http://schemas.microsoft.com/office/drawing/2014/main" id="{3D7F51DA-0BDF-8AF6-37AB-630133EAE4A4}"/>
                </a:ext>
              </a:extLst>
            </p:cNvPr>
            <p:cNvSpPr/>
            <p:nvPr/>
          </p:nvSpPr>
          <p:spPr>
            <a:xfrm>
              <a:off x="1160815" y="2248761"/>
              <a:ext cx="301752" cy="30175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hthoek 4">
              <a:extLst>
                <a:ext uri="{FF2B5EF4-FFF2-40B4-BE49-F238E27FC236}">
                  <a16:creationId xmlns:a16="http://schemas.microsoft.com/office/drawing/2014/main" id="{E5D06084-9E44-40F2-2BE3-75FCA6C0B28A}"/>
                </a:ext>
              </a:extLst>
            </p:cNvPr>
            <p:cNvSpPr/>
            <p:nvPr/>
          </p:nvSpPr>
          <p:spPr>
            <a:xfrm>
              <a:off x="1461805" y="2248761"/>
              <a:ext cx="301752" cy="3017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hthoek 5">
              <a:extLst>
                <a:ext uri="{FF2B5EF4-FFF2-40B4-BE49-F238E27FC236}">
                  <a16:creationId xmlns:a16="http://schemas.microsoft.com/office/drawing/2014/main" id="{2B414635-EA8B-13AB-4B72-675F7CBD5324}"/>
                </a:ext>
              </a:extLst>
            </p:cNvPr>
            <p:cNvSpPr/>
            <p:nvPr/>
          </p:nvSpPr>
          <p:spPr>
            <a:xfrm>
              <a:off x="1763557" y="2248761"/>
              <a:ext cx="301752" cy="30175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88274186-8DC8-E4C9-524E-402767E8A421}"/>
                </a:ext>
              </a:extLst>
            </p:cNvPr>
            <p:cNvSpPr/>
            <p:nvPr/>
          </p:nvSpPr>
          <p:spPr>
            <a:xfrm>
              <a:off x="2051565" y="2248761"/>
              <a:ext cx="301752" cy="301752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hthoek 7">
              <a:extLst>
                <a:ext uri="{FF2B5EF4-FFF2-40B4-BE49-F238E27FC236}">
                  <a16:creationId xmlns:a16="http://schemas.microsoft.com/office/drawing/2014/main" id="{0B377830-B6F0-8DCF-03CD-0EBB6AD921E1}"/>
                </a:ext>
              </a:extLst>
            </p:cNvPr>
            <p:cNvSpPr/>
            <p:nvPr/>
          </p:nvSpPr>
          <p:spPr>
            <a:xfrm>
              <a:off x="2353317" y="2247009"/>
              <a:ext cx="301752" cy="30175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hthoek 8">
              <a:extLst>
                <a:ext uri="{FF2B5EF4-FFF2-40B4-BE49-F238E27FC236}">
                  <a16:creationId xmlns:a16="http://schemas.microsoft.com/office/drawing/2014/main" id="{13550900-7AF9-81C7-38FA-35BE4B3F83B7}"/>
                </a:ext>
              </a:extLst>
            </p:cNvPr>
            <p:cNvSpPr/>
            <p:nvPr/>
          </p:nvSpPr>
          <p:spPr>
            <a:xfrm>
              <a:off x="2655069" y="2247009"/>
              <a:ext cx="301752" cy="301752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hthoek 9">
              <a:extLst>
                <a:ext uri="{FF2B5EF4-FFF2-40B4-BE49-F238E27FC236}">
                  <a16:creationId xmlns:a16="http://schemas.microsoft.com/office/drawing/2014/main" id="{35B630B2-AD89-3F9C-6568-7AD944D7B30E}"/>
                </a:ext>
              </a:extLst>
            </p:cNvPr>
            <p:cNvSpPr/>
            <p:nvPr/>
          </p:nvSpPr>
          <p:spPr>
            <a:xfrm>
              <a:off x="2943077" y="2247009"/>
              <a:ext cx="301752" cy="30175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8FAF3625-8F65-2B18-1842-892C5319FBCD}"/>
                </a:ext>
              </a:extLst>
            </p:cNvPr>
            <p:cNvSpPr/>
            <p:nvPr/>
          </p:nvSpPr>
          <p:spPr>
            <a:xfrm>
              <a:off x="3245547" y="2247009"/>
              <a:ext cx="301752" cy="301752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hthoek 11">
              <a:extLst>
                <a:ext uri="{FF2B5EF4-FFF2-40B4-BE49-F238E27FC236}">
                  <a16:creationId xmlns:a16="http://schemas.microsoft.com/office/drawing/2014/main" id="{D4904885-8C13-8233-1FA6-F1FAEF8960F4}"/>
                </a:ext>
              </a:extLst>
            </p:cNvPr>
            <p:cNvSpPr/>
            <p:nvPr/>
          </p:nvSpPr>
          <p:spPr>
            <a:xfrm>
              <a:off x="1160815" y="2550950"/>
              <a:ext cx="301752" cy="301752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hthoek 12">
              <a:extLst>
                <a:ext uri="{FF2B5EF4-FFF2-40B4-BE49-F238E27FC236}">
                  <a16:creationId xmlns:a16="http://schemas.microsoft.com/office/drawing/2014/main" id="{C5BD4AC2-48E5-FE4F-1B85-6EB533F9FE81}"/>
                </a:ext>
              </a:extLst>
            </p:cNvPr>
            <p:cNvSpPr/>
            <p:nvPr/>
          </p:nvSpPr>
          <p:spPr>
            <a:xfrm>
              <a:off x="1461805" y="2550950"/>
              <a:ext cx="301752" cy="301752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6C4F9075-E3DA-3E32-22F3-8C729E249E0A}"/>
                </a:ext>
              </a:extLst>
            </p:cNvPr>
            <p:cNvSpPr/>
            <p:nvPr/>
          </p:nvSpPr>
          <p:spPr>
            <a:xfrm>
              <a:off x="1763557" y="2550950"/>
              <a:ext cx="301752" cy="30175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4BE23436-7B74-FCCD-F8B6-AC078CDBF081}"/>
                </a:ext>
              </a:extLst>
            </p:cNvPr>
            <p:cNvSpPr/>
            <p:nvPr/>
          </p:nvSpPr>
          <p:spPr>
            <a:xfrm>
              <a:off x="2051565" y="2550950"/>
              <a:ext cx="301752" cy="301752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707ED4D9-79B8-D961-C5DD-635AEBE843C0}"/>
                </a:ext>
              </a:extLst>
            </p:cNvPr>
            <p:cNvSpPr/>
            <p:nvPr/>
          </p:nvSpPr>
          <p:spPr>
            <a:xfrm>
              <a:off x="2353317" y="2549198"/>
              <a:ext cx="301752" cy="301752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669B7264-6470-C013-C25E-3BE69B7361D5}"/>
                </a:ext>
              </a:extLst>
            </p:cNvPr>
            <p:cNvSpPr/>
            <p:nvPr/>
          </p:nvSpPr>
          <p:spPr>
            <a:xfrm>
              <a:off x="2655069" y="2549198"/>
              <a:ext cx="301752" cy="30175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BC1B9FE4-8C78-634A-C87F-5EF27F9CBB87}"/>
                </a:ext>
              </a:extLst>
            </p:cNvPr>
            <p:cNvSpPr/>
            <p:nvPr/>
          </p:nvSpPr>
          <p:spPr>
            <a:xfrm>
              <a:off x="2943077" y="2549198"/>
              <a:ext cx="301752" cy="301752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55388109-F9EC-B7CF-D2E3-63679B7A8E78}"/>
                </a:ext>
              </a:extLst>
            </p:cNvPr>
            <p:cNvSpPr/>
            <p:nvPr/>
          </p:nvSpPr>
          <p:spPr>
            <a:xfrm>
              <a:off x="3247452" y="2549198"/>
              <a:ext cx="301752" cy="301752"/>
            </a:xfrm>
            <a:prstGeom prst="rect">
              <a:avLst/>
            </a:prstGeom>
            <a:solidFill>
              <a:schemeClr val="tx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Tekstvak 20">
            <a:extLst>
              <a:ext uri="{FF2B5EF4-FFF2-40B4-BE49-F238E27FC236}">
                <a16:creationId xmlns:a16="http://schemas.microsoft.com/office/drawing/2014/main" id="{0654BD71-B84A-8ECC-62A1-0DD2C1F00147}"/>
              </a:ext>
            </a:extLst>
          </p:cNvPr>
          <p:cNvSpPr txBox="1"/>
          <p:nvPr/>
        </p:nvSpPr>
        <p:spPr>
          <a:xfrm>
            <a:off x="3572422" y="4325073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Tileset</a:t>
            </a:r>
            <a:endParaRPr lang="nl-NL" dirty="0"/>
          </a:p>
        </p:txBody>
      </p:sp>
      <p:pic>
        <p:nvPicPr>
          <p:cNvPr id="1026" name="Picture 2" descr="Unity Tilemap | Unity Tutorial | NotSlot">
            <a:extLst>
              <a:ext uri="{FF2B5EF4-FFF2-40B4-BE49-F238E27FC236}">
                <a16:creationId xmlns:a16="http://schemas.microsoft.com/office/drawing/2014/main" id="{43AEABFB-9FD5-086D-B9B0-9718A14C06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9467" y="2532927"/>
            <a:ext cx="2857500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kstvak 21">
            <a:extLst>
              <a:ext uri="{FF2B5EF4-FFF2-40B4-BE49-F238E27FC236}">
                <a16:creationId xmlns:a16="http://schemas.microsoft.com/office/drawing/2014/main" id="{D2D6B2E7-0F62-2999-CF54-F65F2BD4336C}"/>
              </a:ext>
            </a:extLst>
          </p:cNvPr>
          <p:cNvSpPr txBox="1"/>
          <p:nvPr/>
        </p:nvSpPr>
        <p:spPr>
          <a:xfrm>
            <a:off x="9807538" y="4325073"/>
            <a:ext cx="981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Tilemap</a:t>
            </a:r>
            <a:endParaRPr lang="nl-NL" dirty="0"/>
          </a:p>
        </p:txBody>
      </p:sp>
      <p:pic>
        <p:nvPicPr>
          <p:cNvPr id="1028" name="Picture 4" descr="Introduction to Tilemaps - Unity Learn">
            <a:extLst>
              <a:ext uri="{FF2B5EF4-FFF2-40B4-BE49-F238E27FC236}">
                <a16:creationId xmlns:a16="http://schemas.microsoft.com/office/drawing/2014/main" id="{C675DF7F-0740-7EDB-A76F-820CD885E1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0442" y="1467482"/>
            <a:ext cx="1714500" cy="2667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kstvak 22">
            <a:extLst>
              <a:ext uri="{FF2B5EF4-FFF2-40B4-BE49-F238E27FC236}">
                <a16:creationId xmlns:a16="http://schemas.microsoft.com/office/drawing/2014/main" id="{E51EEAEE-DBA6-3D3D-4A73-7E980208A1A9}"/>
              </a:ext>
            </a:extLst>
          </p:cNvPr>
          <p:cNvSpPr txBox="1"/>
          <p:nvPr/>
        </p:nvSpPr>
        <p:spPr>
          <a:xfrm>
            <a:off x="6118382" y="4325073"/>
            <a:ext cx="12786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Tile Palette</a:t>
            </a:r>
            <a:endParaRPr lang="nl-NL" dirty="0"/>
          </a:p>
        </p:txBody>
      </p:sp>
      <p:sp>
        <p:nvSpPr>
          <p:cNvPr id="24" name="Rechthoek 23">
            <a:extLst>
              <a:ext uri="{FF2B5EF4-FFF2-40B4-BE49-F238E27FC236}">
                <a16:creationId xmlns:a16="http://schemas.microsoft.com/office/drawing/2014/main" id="{74CABFD4-BDFD-B882-8CA9-6F247858FA61}"/>
              </a:ext>
            </a:extLst>
          </p:cNvPr>
          <p:cNvSpPr/>
          <p:nvPr/>
        </p:nvSpPr>
        <p:spPr>
          <a:xfrm>
            <a:off x="1302393" y="3832730"/>
            <a:ext cx="301752" cy="30175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kstvak 24">
            <a:extLst>
              <a:ext uri="{FF2B5EF4-FFF2-40B4-BE49-F238E27FC236}">
                <a16:creationId xmlns:a16="http://schemas.microsoft.com/office/drawing/2014/main" id="{5A4FE018-0C5E-9B74-E2E3-9CCAFC6BBD9D}"/>
              </a:ext>
            </a:extLst>
          </p:cNvPr>
          <p:cNvSpPr txBox="1"/>
          <p:nvPr/>
        </p:nvSpPr>
        <p:spPr>
          <a:xfrm>
            <a:off x="1187812" y="4325073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Tile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238619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555C5B3-193A-4749-9AFD-682E53CDDE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EAE06A6-F76A-41C9-827A-C561B0044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-3"/>
            <a:ext cx="12192000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9F9D4E8-0639-444B-949B-9518585061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80861" y="0"/>
            <a:ext cx="7661934" cy="6858000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45000"/>
                </a:schemeClr>
              </a:gs>
              <a:gs pos="100000">
                <a:srgbClr val="000000">
                  <a:alpha val="29000"/>
                </a:srgb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E3DA7A2-ED70-4BBA-AB72-00AD461FA4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80862" y="-6"/>
            <a:ext cx="11711138" cy="6410334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100000">
                <a:srgbClr val="000000">
                  <a:alpha val="41000"/>
                </a:srgb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889A43D4-4D3C-1E05-E15E-4D5A7B1A7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208" y="857251"/>
            <a:ext cx="4747280" cy="309806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 tilemap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C485432-3647-4218-B5D3-15D3FA222B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4844797" y="-489206"/>
            <a:ext cx="2502408" cy="12191998"/>
          </a:xfrm>
          <a:prstGeom prst="rect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8000">
                <a:schemeClr val="accent1">
                  <a:lumMod val="50000"/>
                  <a:alpha val="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29130633-EF9A-B9B3-1A1F-DFA039DD88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7208" y="4756265"/>
            <a:ext cx="4393278" cy="124448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Eigenschappen van de tilemap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4AFDDCA-6ABA-4D23-8A5C-1BF0F43081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90589" y="1062544"/>
            <a:ext cx="4756162" cy="475616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2" descr="Unity Tilemap | Unity Tutorial | NotSlot">
            <a:extLst>
              <a:ext uri="{FF2B5EF4-FFF2-40B4-BE49-F238E27FC236}">
                <a16:creationId xmlns:a16="http://schemas.microsoft.com/office/drawing/2014/main" id="{EBC18240-EEA5-507E-2205-869626DA9B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920559" y="2389738"/>
            <a:ext cx="3737164" cy="20928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7466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BDB707-AB32-D122-E661-8FD7F9C4A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 </a:t>
            </a:r>
            <a:r>
              <a:rPr lang="en-US" dirty="0" err="1"/>
              <a:t>CellBounds</a:t>
            </a:r>
            <a:endParaRPr lang="nl-NL" dirty="0"/>
          </a:p>
        </p:txBody>
      </p:sp>
      <p:pic>
        <p:nvPicPr>
          <p:cNvPr id="7" name="Tijdelijke aanduiding voor inhoud 6">
            <a:extLst>
              <a:ext uri="{FF2B5EF4-FFF2-40B4-BE49-F238E27FC236}">
                <a16:creationId xmlns:a16="http://schemas.microsoft.com/office/drawing/2014/main" id="{43C5FD52-9E3B-87CF-C494-8178E57EAB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12384" y="2649636"/>
            <a:ext cx="5068007" cy="3219899"/>
          </a:xfrm>
          <a:prstGeom prst="rect">
            <a:avLst/>
          </a:prstGeom>
        </p:spPr>
      </p:pic>
      <p:cxnSp>
        <p:nvCxnSpPr>
          <p:cNvPr id="9" name="Rechte verbindingslijn met pijl 8">
            <a:extLst>
              <a:ext uri="{FF2B5EF4-FFF2-40B4-BE49-F238E27FC236}">
                <a16:creationId xmlns:a16="http://schemas.microsoft.com/office/drawing/2014/main" id="{4F1E30A8-8F9D-C306-7BCE-C75D685BAA2E}"/>
              </a:ext>
            </a:extLst>
          </p:cNvPr>
          <p:cNvCxnSpPr>
            <a:cxnSpLocks/>
          </p:cNvCxnSpPr>
          <p:nvPr/>
        </p:nvCxnSpPr>
        <p:spPr>
          <a:xfrm flipV="1">
            <a:off x="3579779" y="2360747"/>
            <a:ext cx="411804" cy="96826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kstvak 10">
            <a:extLst>
              <a:ext uri="{FF2B5EF4-FFF2-40B4-BE49-F238E27FC236}">
                <a16:creationId xmlns:a16="http://schemas.microsoft.com/office/drawing/2014/main" id="{A05EC34E-A8FA-C87B-6B40-D4BFE1BAF03C}"/>
              </a:ext>
            </a:extLst>
          </p:cNvPr>
          <p:cNvSpPr txBox="1"/>
          <p:nvPr/>
        </p:nvSpPr>
        <p:spPr>
          <a:xfrm>
            <a:off x="5051086" y="843240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sz="18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BoundsInt</a:t>
            </a:r>
            <a:r>
              <a:rPr lang="nl-NL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nl-NL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bounds</a:t>
            </a:r>
            <a:r>
              <a:rPr lang="nl-NL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nl-NL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tilemap.cellBounds</a:t>
            </a:r>
            <a:r>
              <a:rPr lang="nl-NL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nl-NL" dirty="0"/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302623E3-6240-1F4B-AB8F-F67D0B3A6948}"/>
              </a:ext>
            </a:extLst>
          </p:cNvPr>
          <p:cNvSpPr txBox="1"/>
          <p:nvPr/>
        </p:nvSpPr>
        <p:spPr>
          <a:xfrm>
            <a:off x="2679160" y="1991415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Vector3Int</a:t>
            </a:r>
            <a:r>
              <a:rPr lang="nl-NL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nl-NL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position</a:t>
            </a:r>
            <a:r>
              <a:rPr lang="nl-NL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nl-NL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bounds.position</a:t>
            </a:r>
            <a:r>
              <a:rPr lang="nl-NL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nl-NL" dirty="0"/>
          </a:p>
        </p:txBody>
      </p:sp>
      <p:sp>
        <p:nvSpPr>
          <p:cNvPr id="16" name="Tekstvak 15">
            <a:extLst>
              <a:ext uri="{FF2B5EF4-FFF2-40B4-BE49-F238E27FC236}">
                <a16:creationId xmlns:a16="http://schemas.microsoft.com/office/drawing/2014/main" id="{491EE298-4AA6-16DB-479F-A0E2111FEECF}"/>
              </a:ext>
            </a:extLst>
          </p:cNvPr>
          <p:cNvSpPr txBox="1"/>
          <p:nvPr/>
        </p:nvSpPr>
        <p:spPr>
          <a:xfrm>
            <a:off x="3426568" y="6407366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sizeX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bounds.size.x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nl-NL" dirty="0"/>
          </a:p>
        </p:txBody>
      </p:sp>
      <p:cxnSp>
        <p:nvCxnSpPr>
          <p:cNvPr id="23" name="Rechte verbindingslijn met pijl 22">
            <a:extLst>
              <a:ext uri="{FF2B5EF4-FFF2-40B4-BE49-F238E27FC236}">
                <a16:creationId xmlns:a16="http://schemas.microsoft.com/office/drawing/2014/main" id="{7149F981-2761-A7CC-C000-75014DDEA7C1}"/>
              </a:ext>
            </a:extLst>
          </p:cNvPr>
          <p:cNvCxnSpPr>
            <a:cxnSpLocks/>
          </p:cNvCxnSpPr>
          <p:nvPr/>
        </p:nvCxnSpPr>
        <p:spPr>
          <a:xfrm>
            <a:off x="8540885" y="3180946"/>
            <a:ext cx="0" cy="2258159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Rechte verbindingslijn met pijl 24">
            <a:extLst>
              <a:ext uri="{FF2B5EF4-FFF2-40B4-BE49-F238E27FC236}">
                <a16:creationId xmlns:a16="http://schemas.microsoft.com/office/drawing/2014/main" id="{CA45215D-A4B8-2A6B-FB20-359C38EA9A8F}"/>
              </a:ext>
            </a:extLst>
          </p:cNvPr>
          <p:cNvCxnSpPr/>
          <p:nvPr/>
        </p:nvCxnSpPr>
        <p:spPr>
          <a:xfrm>
            <a:off x="3426568" y="6310008"/>
            <a:ext cx="4112368" cy="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Rechte verbindingslijn 29">
            <a:extLst>
              <a:ext uri="{FF2B5EF4-FFF2-40B4-BE49-F238E27FC236}">
                <a16:creationId xmlns:a16="http://schemas.microsoft.com/office/drawing/2014/main" id="{8C5D0D57-A38E-7580-5B0B-7D4CC5AF7586}"/>
              </a:ext>
            </a:extLst>
          </p:cNvPr>
          <p:cNvCxnSpPr/>
          <p:nvPr/>
        </p:nvCxnSpPr>
        <p:spPr>
          <a:xfrm>
            <a:off x="3426568" y="5370932"/>
            <a:ext cx="0" cy="106553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echte verbindingslijn 30">
            <a:extLst>
              <a:ext uri="{FF2B5EF4-FFF2-40B4-BE49-F238E27FC236}">
                <a16:creationId xmlns:a16="http://schemas.microsoft.com/office/drawing/2014/main" id="{5B4CC3CF-3863-6766-C37D-4ACCB3464E5D}"/>
              </a:ext>
            </a:extLst>
          </p:cNvPr>
          <p:cNvCxnSpPr/>
          <p:nvPr/>
        </p:nvCxnSpPr>
        <p:spPr>
          <a:xfrm>
            <a:off x="7557581" y="5341752"/>
            <a:ext cx="0" cy="106553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echte verbindingslijn 31">
            <a:extLst>
              <a:ext uri="{FF2B5EF4-FFF2-40B4-BE49-F238E27FC236}">
                <a16:creationId xmlns:a16="http://schemas.microsoft.com/office/drawing/2014/main" id="{C950FE51-B85F-78CF-F96B-60D25CDEA90A}"/>
              </a:ext>
            </a:extLst>
          </p:cNvPr>
          <p:cNvCxnSpPr>
            <a:cxnSpLocks/>
          </p:cNvCxnSpPr>
          <p:nvPr/>
        </p:nvCxnSpPr>
        <p:spPr>
          <a:xfrm>
            <a:off x="7247106" y="3180946"/>
            <a:ext cx="1526432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Rechte verbindingslijn 34">
            <a:extLst>
              <a:ext uri="{FF2B5EF4-FFF2-40B4-BE49-F238E27FC236}">
                <a16:creationId xmlns:a16="http://schemas.microsoft.com/office/drawing/2014/main" id="{1A71F544-BA40-123F-03FD-ADE3B60EAAA4}"/>
              </a:ext>
            </a:extLst>
          </p:cNvPr>
          <p:cNvCxnSpPr>
            <a:cxnSpLocks/>
          </p:cNvCxnSpPr>
          <p:nvPr/>
        </p:nvCxnSpPr>
        <p:spPr>
          <a:xfrm>
            <a:off x="7276289" y="5439105"/>
            <a:ext cx="148914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kstvak 46">
            <a:extLst>
              <a:ext uri="{FF2B5EF4-FFF2-40B4-BE49-F238E27FC236}">
                <a16:creationId xmlns:a16="http://schemas.microsoft.com/office/drawing/2014/main" id="{38FDCBC1-3228-2858-E3DA-73DDED776747}"/>
              </a:ext>
            </a:extLst>
          </p:cNvPr>
          <p:cNvSpPr txBox="1"/>
          <p:nvPr/>
        </p:nvSpPr>
        <p:spPr>
          <a:xfrm rot="5400000">
            <a:off x="6988948" y="3750669"/>
            <a:ext cx="39758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sizeY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bounds.size.y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60991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26045E-7B95-4E27-AFF7-F11546D72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579D0B4-4BF7-63AE-95A1-58B3276B1D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03066990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0ea95f8c-d148-44ae-916f-e4fae07bb092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D382338EF70044D9C062BABC4AAC4F2" ma:contentTypeVersion="18" ma:contentTypeDescription="Een nieuw document maken." ma:contentTypeScope="" ma:versionID="1e53bdee3ced94a1d85284f686879e7d">
  <xsd:schema xmlns:xsd="http://www.w3.org/2001/XMLSchema" xmlns:xs="http://www.w3.org/2001/XMLSchema" xmlns:p="http://schemas.microsoft.com/office/2006/metadata/properties" xmlns:ns3="07db6276-f26f-4be5-81e0-f9ee6746fca8" xmlns:ns4="0ea95f8c-d148-44ae-916f-e4fae07bb092" targetNamespace="http://schemas.microsoft.com/office/2006/metadata/properties" ma:root="true" ma:fieldsID="4f339d748e41cee103f7abe631a1b5e5" ns3:_="" ns4:_="">
    <xsd:import namespace="07db6276-f26f-4be5-81e0-f9ee6746fca8"/>
    <xsd:import namespace="0ea95f8c-d148-44ae-916f-e4fae07bb092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Tags" minOccurs="0"/>
                <xsd:element ref="ns4:MediaServiceDateTaken" minOccurs="0"/>
                <xsd:element ref="ns4:MediaServiceOCR" minOccurs="0"/>
                <xsd:element ref="ns4:MediaServiceLocation" minOccurs="0"/>
                <xsd:element ref="ns4:MediaServiceGenerationTime" minOccurs="0"/>
                <xsd:element ref="ns4:MediaServiceEventHashCode" minOccurs="0"/>
                <xsd:element ref="ns4:MediaServiceAutoKeyPoints" minOccurs="0"/>
                <xsd:element ref="ns4:MediaServiceKeyPoints" minOccurs="0"/>
                <xsd:element ref="ns4:MediaLengthInSeconds" minOccurs="0"/>
                <xsd:element ref="ns4:_activity" minOccurs="0"/>
                <xsd:element ref="ns4:MediaServiceObjectDetectorVersions" minOccurs="0"/>
                <xsd:element ref="ns4:MediaServiceSystemTag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db6276-f26f-4be5-81e0-f9ee6746fca8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Gedeeld met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Gedeeld met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Hint-hash delen" ma:description="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a95f8c-d148-44ae-916f-e4fae07bb09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Location" ma:internalName="MediaServiceLocation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E02E84-4242-4C95-906B-10487FB4E1EE}">
  <ds:schemaRefs>
    <ds:schemaRef ds:uri="http://purl.org/dc/elements/1.1/"/>
    <ds:schemaRef ds:uri="http://purl.org/dc/dcmitype/"/>
    <ds:schemaRef ds:uri="http://schemas.microsoft.com/office/2006/metadata/properties"/>
    <ds:schemaRef ds:uri="http://schemas.microsoft.com/office/2006/documentManagement/types"/>
    <ds:schemaRef ds:uri="07db6276-f26f-4be5-81e0-f9ee6746fca8"/>
    <ds:schemaRef ds:uri="http://schemas.microsoft.com/office/infopath/2007/PartnerControls"/>
    <ds:schemaRef ds:uri="http://schemas.openxmlformats.org/package/2006/metadata/core-properties"/>
    <ds:schemaRef ds:uri="0ea95f8c-d148-44ae-916f-e4fae07bb092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FE951165-B379-4FBD-9FD8-D14F0F4D64C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7E89673-DD47-4BE7-84CC-D4AA7D41630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7db6276-f26f-4be5-81e0-f9ee6746fca8"/>
    <ds:schemaRef ds:uri="0ea95f8c-d148-44ae-916f-e4fae07bb09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3189</TotalTime>
  <Words>51</Words>
  <Application>Microsoft Office PowerPoint</Application>
  <PresentationFormat>Breedbeeld</PresentationFormat>
  <Paragraphs>14</Paragraphs>
  <Slides>5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Cascadia Mono</vt:lpstr>
      <vt:lpstr>Kantoorthema</vt:lpstr>
      <vt:lpstr>Tilemaps</vt:lpstr>
      <vt:lpstr>Gebruikte termen</vt:lpstr>
      <vt:lpstr>De tilemap</vt:lpstr>
      <vt:lpstr>De CellBounds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Jelle Sjollema</dc:creator>
  <cp:lastModifiedBy>Jelle Sjollema</cp:lastModifiedBy>
  <cp:revision>2</cp:revision>
  <dcterms:created xsi:type="dcterms:W3CDTF">2026-03-21T13:39:02Z</dcterms:created>
  <dcterms:modified xsi:type="dcterms:W3CDTF">2026-05-08T12:06:08Z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0x0101003D382338EF70044D9C062BABC4AAC4F2</vt:lpwstr>
  </property>
</Properties>
</file>
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60" r:id="rId7"/>
    <p:sldId id="267" r:id="rId8"/>
    <p:sldId id="261" r:id="rId9"/>
    <p:sldId id="269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nity3d.com/ScriptReference/Tilemaps.Tilemap.SetTileFlags.html?utm_source=chatgpt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Selecteer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en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verander</a:t>
            </a:r>
            <a:r>
              <a:rPr lang="en-US" sz="4800" dirty="0">
                <a:solidFill>
                  <a:srgbClr val="FFFFFF"/>
                </a:solidFill>
              </a:rPr>
              <a:t> Tiles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4634BC-B9DA-EA70-DB9F-329A80D6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les 1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57E8C8B-0B96-7CCA-BEA8-F2351A479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719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0FD150A-F37A-99BA-45AE-066FD046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02828" y="216310"/>
            <a:ext cx="12298750" cy="657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7ED14-CDC6-93A9-CE11-A43635FE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1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BD3B470-FCAE-284D-5F76-F0ACFAE01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Selecteer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Tile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verander</a:t>
            </a:r>
            <a:r>
              <a:rPr lang="en-US" dirty="0"/>
              <a:t> de </a:t>
            </a:r>
            <a:r>
              <a:rPr lang="en-US" dirty="0" err="1"/>
              <a:t>kleur</a:t>
            </a:r>
            <a:r>
              <a:rPr lang="en-US" dirty="0"/>
              <a:t> van de Tile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6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5CA3E-C9D6-04E4-C92D-157A40F1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Cellposities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nl-NL" dirty="0"/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46F070CE-EADB-2F3A-2375-D04EE4C4A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058198"/>
              </p:ext>
            </p:extLst>
          </p:nvPr>
        </p:nvGraphicFramePr>
        <p:xfrm>
          <a:off x="838200" y="1825625"/>
          <a:ext cx="9696855" cy="35245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9371">
                  <a:extLst>
                    <a:ext uri="{9D8B030D-6E8A-4147-A177-3AD203B41FA5}">
                      <a16:colId xmlns:a16="http://schemas.microsoft.com/office/drawing/2014/main" val="2107307277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2383791748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1693957628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887910622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477929398"/>
                    </a:ext>
                  </a:extLst>
                </a:gridCol>
              </a:tblGrid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(-2,-2)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(-1,-2)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(0,-2)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(1,-2)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(2,-2)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55267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(-2,-1)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(-1,-1)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(0,-1)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(1,-1)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(2,-1)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07219"/>
                  </a:ext>
                </a:extLst>
              </a:tr>
              <a:tr h="7043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145444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(2,1)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61174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(2,2)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0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CE8D3-2E12-BA47-F79C-BEF8FCF7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SetTileFlags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7DFD2B-98F7-C71C-27B3-8D428228E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6452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In </a:t>
            </a:r>
            <a:r>
              <a:rPr lang="nl-NL" dirty="0" err="1"/>
              <a:t>Unity</a:t>
            </a:r>
            <a:r>
              <a:rPr lang="nl-NL" dirty="0"/>
              <a:t> (specifiek de 2D </a:t>
            </a:r>
            <a:r>
              <a:rPr lang="nl-NL" dirty="0" err="1"/>
              <a:t>Tilemap</a:t>
            </a:r>
            <a:r>
              <a:rPr lang="nl-NL" dirty="0"/>
              <a:t> API) gebruik je </a:t>
            </a:r>
            <a:r>
              <a:rPr lang="nl-NL" dirty="0" err="1"/>
              <a:t>SetTileFlags</a:t>
            </a:r>
            <a:r>
              <a:rPr lang="nl-NL" dirty="0"/>
              <a:t> om eigenschappen (“</a:t>
            </a:r>
            <a:r>
              <a:rPr lang="nl-NL" dirty="0" err="1"/>
              <a:t>flags</a:t>
            </a:r>
            <a:r>
              <a:rPr lang="nl-NL" dirty="0"/>
              <a:t>”) van een </a:t>
            </a:r>
            <a:r>
              <a:rPr lang="nl-NL" dirty="0" err="1"/>
              <a:t>tile</a:t>
            </a:r>
            <a:r>
              <a:rPr lang="nl-NL" dirty="0"/>
              <a:t> op een bepaalde positie aan te passen.</a:t>
            </a:r>
          </a:p>
          <a:p>
            <a:r>
              <a:rPr lang="nl-NL" dirty="0"/>
              <a:t>De methode hoort bij </a:t>
            </a:r>
            <a:r>
              <a:rPr lang="nl-NL" dirty="0" err="1">
                <a:hlinkClick r:id="rId2"/>
              </a:rPr>
              <a:t>Unity</a:t>
            </a:r>
            <a:r>
              <a:rPr lang="nl-NL" dirty="0">
                <a:hlinkClick r:id="rId2"/>
              </a:rPr>
              <a:t> </a:t>
            </a:r>
            <a:r>
              <a:rPr lang="nl-NL" dirty="0" err="1">
                <a:hlinkClick r:id="rId2"/>
              </a:rPr>
              <a:t>Tilemap</a:t>
            </a:r>
            <a:r>
              <a:rPr lang="nl-NL" dirty="0">
                <a:hlinkClick r:id="rId2"/>
              </a:rPr>
              <a:t> API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Basisvorm:</a:t>
            </a:r>
          </a:p>
          <a:p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F859E05-4DBA-CECE-CED9-FD2D8FAABAC6}"/>
              </a:ext>
            </a:extLst>
          </p:cNvPr>
          <p:cNvSpPr txBox="1"/>
          <p:nvPr/>
        </p:nvSpPr>
        <p:spPr>
          <a:xfrm>
            <a:off x="2161972" y="4347014"/>
            <a:ext cx="60943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myTilemap.SetTileFlags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0984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3F1738-05B5-C3A3-AD12-B1394E9E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Waar zijn die </a:t>
            </a:r>
            <a:r>
              <a:rPr lang="nl-NL" b="1" dirty="0" err="1"/>
              <a:t>flags</a:t>
            </a:r>
            <a:r>
              <a:rPr lang="nl-NL" b="1" dirty="0"/>
              <a:t> voor?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4118650-E652-06A6-3890-FBAD76D88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Tile</a:t>
            </a:r>
            <a:r>
              <a:rPr lang="nl-NL" dirty="0"/>
              <a:t> </a:t>
            </a:r>
            <a:r>
              <a:rPr lang="nl-NL" dirty="0" err="1"/>
              <a:t>flags</a:t>
            </a:r>
            <a:r>
              <a:rPr lang="nl-NL" dirty="0"/>
              <a:t> bepalen hoe een </a:t>
            </a:r>
            <a:r>
              <a:rPr lang="nl-NL" dirty="0" err="1"/>
              <a:t>tile</a:t>
            </a:r>
            <a:r>
              <a:rPr lang="nl-NL" dirty="0"/>
              <a:t> zich gedraagt in de </a:t>
            </a:r>
            <a:r>
              <a:rPr lang="nl-NL" dirty="0" err="1"/>
              <a:t>Tilemap</a:t>
            </a:r>
            <a:r>
              <a:rPr lang="nl-NL" dirty="0"/>
              <a:t>. Bijvoorbeeld: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tilekleur</a:t>
            </a:r>
            <a:r>
              <a:rPr lang="nl-NL" dirty="0"/>
              <a:t> aangepast mag worden 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transform</a:t>
            </a:r>
            <a:r>
              <a:rPr lang="nl-NL" dirty="0"/>
              <a:t> (rotatie/schaal) aangepast mag worden 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tile</a:t>
            </a:r>
            <a:r>
              <a:rPr lang="nl-NL" dirty="0"/>
              <a:t> </a:t>
            </a:r>
            <a:r>
              <a:rPr lang="nl-NL" dirty="0" err="1"/>
              <a:t>gelockt</a:t>
            </a:r>
            <a:r>
              <a:rPr lang="nl-NL" dirty="0"/>
              <a:t> is </a:t>
            </a:r>
          </a:p>
          <a:p>
            <a:pPr lvl="1"/>
            <a:r>
              <a:rPr lang="nl-NL" dirty="0"/>
              <a:t>Of </a:t>
            </a:r>
            <a:r>
              <a:rPr lang="nl-NL" dirty="0" err="1"/>
              <a:t>Unity</a:t>
            </a:r>
            <a:r>
              <a:rPr lang="nl-NL" dirty="0"/>
              <a:t> automatisch data mag overschrijven </a:t>
            </a:r>
          </a:p>
          <a:p>
            <a:endParaRPr lang="nl-NL" dirty="0"/>
          </a:p>
          <a:p>
            <a:r>
              <a:rPr lang="nl-NL" dirty="0"/>
              <a:t>De </a:t>
            </a:r>
            <a:r>
              <a:rPr lang="nl-NL" dirty="0" err="1"/>
              <a:t>flags</a:t>
            </a:r>
            <a:r>
              <a:rPr lang="nl-NL" dirty="0"/>
              <a:t> komen uit de </a:t>
            </a:r>
            <a:r>
              <a:rPr lang="nl-NL" dirty="0" err="1"/>
              <a:t>enum</a:t>
            </a:r>
            <a:r>
              <a:rPr lang="nl-NL" dirty="0"/>
              <a:t> </a:t>
            </a:r>
            <a:r>
              <a:rPr lang="nl-NL" dirty="0" err="1"/>
              <a:t>TileFlags</a:t>
            </a:r>
            <a:r>
              <a:rPr lang="nl-NL" dirty="0"/>
              <a:t>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132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DC205-209E-704D-F0B7-D67A851E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Veelgebruiktewaarden</a:t>
            </a:r>
            <a:r>
              <a:rPr lang="nl-NL" dirty="0"/>
              <a:t> voor </a:t>
            </a:r>
            <a:r>
              <a:rPr lang="nl-NL" dirty="0" err="1"/>
              <a:t>TileFlags</a:t>
            </a:r>
            <a:r>
              <a:rPr lang="nl-NL" dirty="0"/>
              <a:t>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D9C73C-7807-59D9-D2EB-27C2E097E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2497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.None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.LockColor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.LockTransform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.InstantiateGameObjectRuntimeOnly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93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AF117-C362-3968-CCA3-017E428D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Verander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kleur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Tile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AEAE60-D897-7F9D-CC84-FE0405E8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648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tilemap.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SetTileFlags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(pos,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TileFlags.None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tilemap.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SetColor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(pos,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Color.red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832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9DBC1-B90C-ECA9-2FA9-F3EA9881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2 - </a:t>
            </a:r>
            <a:r>
              <a:rPr lang="en-US" dirty="0" err="1"/>
              <a:t>Eindproduct</a:t>
            </a:r>
            <a:r>
              <a:rPr lang="en-US" dirty="0"/>
              <a:t> 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1C6441FB-0467-8CC2-9165-7585F8C63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2067719"/>
            <a:ext cx="67818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358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324</Words>
  <Application>Microsoft Office PowerPoint</Application>
  <PresentationFormat>Breedbeeld</PresentationFormat>
  <Paragraphs>59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Kantoorthema</vt:lpstr>
      <vt:lpstr>Selecteer en verander Tiles</vt:lpstr>
      <vt:lpstr>Herhaling les 1</vt:lpstr>
      <vt:lpstr>PowerPoint-presentatie</vt:lpstr>
      <vt:lpstr>Drie posities van belang</vt:lpstr>
      <vt:lpstr>Opdracht 1</vt:lpstr>
      <vt:lpstr>De Cellposities in een tilemap</vt:lpstr>
      <vt:lpstr>SetTileFlags</vt:lpstr>
      <vt:lpstr>Waar zijn die flags voor?</vt:lpstr>
      <vt:lpstr>Veelgebruiktewaarden voor TileFlags:</vt:lpstr>
      <vt:lpstr>Verander een kleur van een Tile</vt:lpstr>
      <vt:lpstr>Opdracht 2 - Eindproduct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9</cp:revision>
  <dcterms:created xsi:type="dcterms:W3CDTF">2026-03-21T13:39:02Z</dcterms:created>
  <dcterms:modified xsi:type="dcterms:W3CDTF">2026-05-12T12:30:58Z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
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20C4E-C0CD-4816-9DB7-3D2331E3E164}" v="12" dt="2026-03-12T11:07:04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Sjollema" userId="697d5fec-fa16-44ca-847a-2a2a8b0e1e72" providerId="ADAL" clId="{81C8176F-EDA9-42E8-ADD1-2B7E1473E46F}"/>
    <pc:docChg chg="undo custSel addSld modSld">
      <pc:chgData name="Jelle Sjollema" userId="697d5fec-fa16-44ca-847a-2a2a8b0e1e72" providerId="ADAL" clId="{81C8176F-EDA9-42E8-ADD1-2B7E1473E46F}" dt="2026-03-12T15:26:34.669" v="662" actId="20577"/>
      <pc:docMkLst>
        <pc:docMk/>
      </pc:docMkLst>
      <pc:sldChg chg="modSp mod">
        <pc:chgData name="Jelle Sjollema" userId="697d5fec-fa16-44ca-847a-2a2a8b0e1e72" providerId="ADAL" clId="{81C8176F-EDA9-42E8-ADD1-2B7E1473E46F}" dt="2026-03-10T13:36:46.720" v="14" actId="20577"/>
        <pc:sldMkLst>
          <pc:docMk/>
          <pc:sldMk cId="4003350957" sldId="256"/>
        </pc:sldMkLst>
        <pc:spChg chg="mod">
          <ac:chgData name="Jelle Sjollema" userId="697d5fec-fa16-44ca-847a-2a2a8b0e1e72" providerId="ADAL" clId="{81C8176F-EDA9-42E8-ADD1-2B7E1473E46F}" dt="2026-03-10T13:36:46.720" v="14" actId="20577"/>
          <ac:spMkLst>
            <pc:docMk/>
            <pc:sldMk cId="4003350957" sldId="256"/>
            <ac:spMk id="2" creationId="{F1DEC545-6E6C-908C-3AB4-A18AFFAC5ADC}"/>
          </ac:spMkLst>
        </pc:spChg>
      </pc:sldChg>
      <pc:sldChg chg="modSp new mod">
        <pc:chgData name="Jelle Sjollema" userId="697d5fec-fa16-44ca-847a-2a2a8b0e1e72" providerId="ADAL" clId="{81C8176F-EDA9-42E8-ADD1-2B7E1473E46F}" dt="2026-03-10T13:37:17.663" v="46" actId="20577"/>
        <pc:sldMkLst>
          <pc:docMk/>
          <pc:sldMk cId="512344859" sldId="257"/>
        </pc:sldMkLst>
        <pc:spChg chg="mod">
          <ac:chgData name="Jelle Sjollema" userId="697d5fec-fa16-44ca-847a-2a2a8b0e1e72" providerId="ADAL" clId="{81C8176F-EDA9-42E8-ADD1-2B7E1473E46F}" dt="2026-03-10T13:37:17.663" v="46" actId="20577"/>
          <ac:spMkLst>
            <pc:docMk/>
            <pc:sldMk cId="512344859" sldId="257"/>
            <ac:spMk id="2" creationId="{C2B63C7C-2B46-9983-46ED-457E033387CA}"/>
          </ac:spMkLst>
        </pc:spChg>
        <pc:spChg chg="mod">
          <ac:chgData name="Jelle Sjollema" userId="697d5fec-fa16-44ca-847a-2a2a8b0e1e72" providerId="ADAL" clId="{81C8176F-EDA9-42E8-ADD1-2B7E1473E46F}" dt="2026-03-10T13:37:10.595" v="16"/>
          <ac:spMkLst>
            <pc:docMk/>
            <pc:sldMk cId="512344859" sldId="257"/>
            <ac:spMk id="3" creationId="{E8295AE9-73F8-2F7E-AC88-DE0A557FCBC7}"/>
          </ac:spMkLst>
        </pc:spChg>
      </pc:sldChg>
      <pc:sldChg chg="modSp new mod">
        <pc:chgData name="Jelle Sjollema" userId="697d5fec-fa16-44ca-847a-2a2a8b0e1e72" providerId="ADAL" clId="{81C8176F-EDA9-42E8-ADD1-2B7E1473E46F}" dt="2026-03-10T13:42:10.650" v="53" actId="20577"/>
        <pc:sldMkLst>
          <pc:docMk/>
          <pc:sldMk cId="1570105708" sldId="258"/>
        </pc:sldMkLst>
        <pc:spChg chg="mod">
          <ac:chgData name="Jelle Sjollema" userId="697d5fec-fa16-44ca-847a-2a2a8b0e1e72" providerId="ADAL" clId="{81C8176F-EDA9-42E8-ADD1-2B7E1473E46F}" dt="2026-03-10T13:42:10.650" v="53" actId="20577"/>
          <ac:spMkLst>
            <pc:docMk/>
            <pc:sldMk cId="1570105708" sldId="258"/>
            <ac:spMk id="2" creationId="{E82F408F-CC74-850E-FB36-B1C8CBC87C0D}"/>
          </ac:spMkLst>
        </pc:spChg>
        <pc:spChg chg="mod">
          <ac:chgData name="Jelle Sjollema" userId="697d5fec-fa16-44ca-847a-2a2a8b0e1e72" providerId="ADAL" clId="{81C8176F-EDA9-42E8-ADD1-2B7E1473E46F}" dt="2026-03-10T13:42:07.506" v="51" actId="21"/>
          <ac:spMkLst>
            <pc:docMk/>
            <pc:sldMk cId="1570105708" sldId="258"/>
            <ac:spMk id="3" creationId="{2B079ABC-2E05-E5EA-9E93-DD00C3E37442}"/>
          </ac:spMkLst>
        </pc:spChg>
      </pc:sldChg>
      <pc:sldChg chg="modSp new mod">
        <pc:chgData name="Jelle Sjollema" userId="697d5fec-fa16-44ca-847a-2a2a8b0e1e72" providerId="ADAL" clId="{81C8176F-EDA9-42E8-ADD1-2B7E1473E46F}" dt="2026-03-10T13:45:47.255" v="62" actId="27636"/>
        <pc:sldMkLst>
          <pc:docMk/>
          <pc:sldMk cId="1769358395" sldId="259"/>
        </pc:sldMkLst>
        <pc:spChg chg="mod">
          <ac:chgData name="Jelle Sjollema" userId="697d5fec-fa16-44ca-847a-2a2a8b0e1e72" providerId="ADAL" clId="{81C8176F-EDA9-42E8-ADD1-2B7E1473E46F}" dt="2026-03-10T13:45:40.307" v="60" actId="20577"/>
          <ac:spMkLst>
            <pc:docMk/>
            <pc:sldMk cId="1769358395" sldId="259"/>
            <ac:spMk id="2" creationId="{49170018-EF69-EDAD-8389-B961ECAF4E60}"/>
          </ac:spMkLst>
        </pc:spChg>
        <pc:spChg chg="mod">
          <ac:chgData name="Jelle Sjollema" userId="697d5fec-fa16-44ca-847a-2a2a8b0e1e72" providerId="ADAL" clId="{81C8176F-EDA9-42E8-ADD1-2B7E1473E46F}" dt="2026-03-10T13:45:47.255" v="62" actId="27636"/>
          <ac:spMkLst>
            <pc:docMk/>
            <pc:sldMk cId="1769358395" sldId="259"/>
            <ac:spMk id="3" creationId="{DD0F1780-00B6-898E-E805-7297EC83D539}"/>
          </ac:spMkLst>
        </pc:spChg>
      </pc:sldChg>
      <pc:sldChg chg="addSp delSp modSp new mod">
        <pc:chgData name="Jelle Sjollema" userId="697d5fec-fa16-44ca-847a-2a2a8b0e1e72" providerId="ADAL" clId="{81C8176F-EDA9-42E8-ADD1-2B7E1473E46F}" dt="2026-03-10T13:47:23.704" v="93" actId="108"/>
        <pc:sldMkLst>
          <pc:docMk/>
          <pc:sldMk cId="2667960311" sldId="260"/>
        </pc:sldMkLst>
        <pc:spChg chg="mod">
          <ac:chgData name="Jelle Sjollema" userId="697d5fec-fa16-44ca-847a-2a2a8b0e1e72" providerId="ADAL" clId="{81C8176F-EDA9-42E8-ADD1-2B7E1473E46F}" dt="2026-03-10T13:46:22.681" v="82" actId="20577"/>
          <ac:spMkLst>
            <pc:docMk/>
            <pc:sldMk cId="2667960311" sldId="260"/>
            <ac:spMk id="2" creationId="{EE6D1264-8B3E-FF6B-F93E-E52C12AD7CA0}"/>
          </ac:spMkLst>
        </pc:spChg>
        <pc:spChg chg="add del mod">
          <ac:chgData name="Jelle Sjollema" userId="697d5fec-fa16-44ca-847a-2a2a8b0e1e72" providerId="ADAL" clId="{81C8176F-EDA9-42E8-ADD1-2B7E1473E46F}" dt="2026-03-10T13:47:23.704" v="93" actId="108"/>
          <ac:spMkLst>
            <pc:docMk/>
            <pc:sldMk cId="2667960311" sldId="260"/>
            <ac:spMk id="3" creationId="{579685DD-C5F1-6B2A-FB46-6C5B6835BA46}"/>
          </ac:spMkLst>
        </pc:spChg>
      </pc:sldChg>
      <pc:sldChg chg="modSp new mod">
        <pc:chgData name="Jelle Sjollema" userId="697d5fec-fa16-44ca-847a-2a2a8b0e1e72" providerId="ADAL" clId="{81C8176F-EDA9-42E8-ADD1-2B7E1473E46F}" dt="2026-03-10T13:48:16.430" v="136" actId="15"/>
        <pc:sldMkLst>
          <pc:docMk/>
          <pc:sldMk cId="1281995697" sldId="261"/>
        </pc:sldMkLst>
        <pc:spChg chg="mod">
          <ac:chgData name="Jelle Sjollema" userId="697d5fec-fa16-44ca-847a-2a2a8b0e1e72" providerId="ADAL" clId="{81C8176F-EDA9-42E8-ADD1-2B7E1473E46F}" dt="2026-03-10T13:48:11.112" v="135" actId="20577"/>
          <ac:spMkLst>
            <pc:docMk/>
            <pc:sldMk cId="1281995697" sldId="261"/>
            <ac:spMk id="2" creationId="{1BB02B05-D2E4-E24C-DE00-471144CC2DAA}"/>
          </ac:spMkLst>
        </pc:spChg>
        <pc:spChg chg="mod">
          <ac:chgData name="Jelle Sjollema" userId="697d5fec-fa16-44ca-847a-2a2a8b0e1e72" providerId="ADAL" clId="{81C8176F-EDA9-42E8-ADD1-2B7E1473E46F}" dt="2026-03-10T13:48:16.430" v="136" actId="15"/>
          <ac:spMkLst>
            <pc:docMk/>
            <pc:sldMk cId="1281995697" sldId="261"/>
            <ac:spMk id="3" creationId="{A1AE1EAC-8D98-51DA-D1F8-781E7B86FD5F}"/>
          </ac:spMkLst>
        </pc:spChg>
      </pc:sldChg>
      <pc:sldChg chg="addSp delSp modSp new mod">
        <pc:chgData name="Jelle Sjollema" userId="697d5fec-fa16-44ca-847a-2a2a8b0e1e72" providerId="ADAL" clId="{81C8176F-EDA9-42E8-ADD1-2B7E1473E46F}" dt="2026-03-12T11:08:26.316" v="385" actId="1076"/>
        <pc:sldMkLst>
          <pc:docMk/>
          <pc:sldMk cId="468182352" sldId="262"/>
        </pc:sldMkLst>
        <pc:spChg chg="mod">
          <ac:chgData name="Jelle Sjollema" userId="697d5fec-fa16-44ca-847a-2a2a8b0e1e72" providerId="ADAL" clId="{81C8176F-EDA9-42E8-ADD1-2B7E1473E46F}" dt="2026-03-12T11:05:13.470" v="180" actId="20577"/>
          <ac:spMkLst>
            <pc:docMk/>
            <pc:sldMk cId="468182352" sldId="262"/>
            <ac:spMk id="2" creationId="{30B9CAAE-5426-5DC7-FA95-64DEE475E846}"/>
          </ac:spMkLst>
        </pc:spChg>
        <pc:spChg chg="del">
          <ac:chgData name="Jelle Sjollema" userId="697d5fec-fa16-44ca-847a-2a2a8b0e1e72" providerId="ADAL" clId="{81C8176F-EDA9-42E8-ADD1-2B7E1473E46F}" dt="2026-03-12T11:05:31.105" v="181"/>
          <ac:spMkLst>
            <pc:docMk/>
            <pc:sldMk cId="468182352" sldId="262"/>
            <ac:spMk id="3" creationId="{BEDC7BB0-EBA1-2228-E867-E28DE1B10CD4}"/>
          </ac:spMkLst>
        </pc:spChg>
        <pc:spChg chg="add del mod">
          <ac:chgData name="Jelle Sjollema" userId="697d5fec-fa16-44ca-847a-2a2a8b0e1e72" providerId="ADAL" clId="{81C8176F-EDA9-42E8-ADD1-2B7E1473E46F}" dt="2026-03-12T11:08:20.054" v="383" actId="20577"/>
          <ac:spMkLst>
            <pc:docMk/>
            <pc:sldMk cId="468182352" sldId="262"/>
            <ac:spMk id="4" creationId="{27CAD8DA-EDFE-21E0-03DB-67FF02BA6F43}"/>
          </ac:spMkLst>
        </pc:spChg>
        <pc:spChg chg="add del mod">
          <ac:chgData name="Jelle Sjollema" userId="697d5fec-fa16-44ca-847a-2a2a8b0e1e72" providerId="ADAL" clId="{81C8176F-EDA9-42E8-ADD1-2B7E1473E46F}" dt="2026-03-12T11:05:39.224" v="184" actId="478"/>
          <ac:spMkLst>
            <pc:docMk/>
            <pc:sldMk cId="468182352" sldId="262"/>
            <ac:spMk id="5" creationId="{C3E4FF80-4DEC-7143-6BAD-9E79528CE3A4}"/>
          </ac:spMkLst>
        </pc:spChg>
        <pc:picChg chg="add del mod ord">
          <ac:chgData name="Jelle Sjollema" userId="697d5fec-fa16-44ca-847a-2a2a8b0e1e72" providerId="ADAL" clId="{81C8176F-EDA9-42E8-ADD1-2B7E1473E46F}" dt="2026-03-12T11:06:04.692" v="192" actId="22"/>
          <ac:picMkLst>
            <pc:docMk/>
            <pc:sldMk cId="468182352" sldId="262"/>
            <ac:picMk id="7" creationId="{92D1689F-90E4-C666-1C08-5C7BE5F49D5D}"/>
          </ac:picMkLst>
        </pc:picChg>
        <pc:picChg chg="add mod">
          <ac:chgData name="Jelle Sjollema" userId="697d5fec-fa16-44ca-847a-2a2a8b0e1e72" providerId="ADAL" clId="{81C8176F-EDA9-42E8-ADD1-2B7E1473E46F}" dt="2026-03-12T11:08:26.316" v="385" actId="1076"/>
          <ac:picMkLst>
            <pc:docMk/>
            <pc:sldMk cId="468182352" sldId="262"/>
            <ac:picMk id="9" creationId="{DC5B1086-543A-48C5-F758-6CFA117B52DA}"/>
          </ac:picMkLst>
        </pc:picChg>
      </pc:sldChg>
      <pc:sldChg chg="addSp modSp new mod">
        <pc:chgData name="Jelle Sjollema" userId="697d5fec-fa16-44ca-847a-2a2a8b0e1e72" providerId="ADAL" clId="{81C8176F-EDA9-42E8-ADD1-2B7E1473E46F}" dt="2026-03-12T15:26:34.669" v="662" actId="20577"/>
        <pc:sldMkLst>
          <pc:docMk/>
          <pc:sldMk cId="156434208" sldId="263"/>
        </pc:sldMkLst>
        <pc:spChg chg="mod">
          <ac:chgData name="Jelle Sjollema" userId="697d5fec-fa16-44ca-847a-2a2a8b0e1e72" providerId="ADAL" clId="{81C8176F-EDA9-42E8-ADD1-2B7E1473E46F}" dt="2026-03-12T15:26:34.669" v="662" actId="20577"/>
          <ac:spMkLst>
            <pc:docMk/>
            <pc:sldMk cId="156434208" sldId="263"/>
            <ac:spMk id="2" creationId="{B1F44DF5-8870-006B-FAE8-12EF460C0DBE}"/>
          </ac:spMkLst>
        </pc:spChg>
        <pc:spChg chg="mod">
          <ac:chgData name="Jelle Sjollema" userId="697d5fec-fa16-44ca-847a-2a2a8b0e1e72" providerId="ADAL" clId="{81C8176F-EDA9-42E8-ADD1-2B7E1473E46F}" dt="2026-03-12T15:19:50.823" v="638" actId="20577"/>
          <ac:spMkLst>
            <pc:docMk/>
            <pc:sldMk cId="156434208" sldId="263"/>
            <ac:spMk id="3" creationId="{BC6A40D4-44BA-F851-A902-1A8DEEB5D2A1}"/>
          </ac:spMkLst>
        </pc:spChg>
        <pc:picChg chg="add mod">
          <ac:chgData name="Jelle Sjollema" userId="697d5fec-fa16-44ca-847a-2a2a8b0e1e72" providerId="ADAL" clId="{81C8176F-EDA9-42E8-ADD1-2B7E1473E46F}" dt="2026-03-12T15:20:05.653" v="643" actId="1076"/>
          <ac:picMkLst>
            <pc:docMk/>
            <pc:sldMk cId="156434208" sldId="263"/>
            <ac:picMk id="5" creationId="{C7418E68-B736-DCD5-1CC1-43EAB3B716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10848-27D0-285A-D7AE-F39331349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C0412E-910E-6E04-8D69-F35DC77F5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5D845C4-D791-5DC5-AE8A-6779AACB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15B321-1A16-7E23-DDB1-C670FAEC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F03CAA-2A27-D2EA-D055-A57C3A8B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715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21D01-AEDB-C0A1-83BF-F6F02723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3C8E4F-AF77-24FD-C151-8E16D78A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065897-FD85-EFE0-3A69-BBEF1EF0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0C8BE4D-C06A-2E7D-63D7-0378A628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3EDB284-1361-EE4B-6747-A9D5DCC6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515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297286-8FFE-0892-E554-82E3D679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B145A5-E0AD-D015-F11C-EDB00A06C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394FF7A-32C1-8069-604E-2F0BB2BD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4E43334-F7E6-F38B-6A96-22EFD7EC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BED99C0-063D-8BBA-0F0E-86AA724A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481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028ED-2642-1EF6-E9F6-4F8CF885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E6FE5C-97F1-FB4B-201F-6C4069CEB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8EFF499-D75A-30C6-5204-EB718A471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5B1D6B9-5247-2A33-63ED-0FD2F8DA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577BA16-CEEC-9673-8949-B668D8BE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B948BF7-CD4A-669F-78D9-F56AFDCF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249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7A6CC-DB78-F722-49FF-5898C22A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C280593-5695-C5FD-8996-F30C61BEE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45E6B90-86E0-5FCE-087C-86EA1CF1F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4747E12-1347-ADED-C4E1-8151D0D6D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F7D21A8-ED53-E521-6DA2-DB27E3B0B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E1ABDD7-7553-40CA-25A7-641F16B0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3553940-2A56-FE59-5302-13537274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D074AE0-250E-FEB6-810D-8F1B6467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860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4B314-0057-90DC-CEE4-C700C1CC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BBD1231-6F25-0284-F0B5-5F3EC582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1234A24-0501-558A-8BBC-40FF0F54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7043CC6-2FE4-701D-D6DC-40B5E17D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275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93F9A1E-8F8A-200D-D661-8DF9663DE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11EB2FD-CE91-5746-4698-DB531615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E2CF6A6-D7D4-75A2-A461-6BB10046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E1B00-4947-EA98-B935-02075F46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9EDB0D-1E01-826C-C016-F2DE2C9E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E512ECE-B7C8-D487-068C-BBACEBB00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AD5C092-37FF-ADAE-684A-CA149412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EBB737E-E076-F703-D6E3-60FF412F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3A67414-756C-81EF-D0DE-16B2B835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233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B475C8-7127-87A8-3488-EC6C43EF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DE8DAF7-B31C-E7C3-E2FB-5714DA1DE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5C6AE9B-D0B4-08BF-4BF6-23E9B960F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5E406FD-50CF-0A91-7A26-23974AF5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73B7216-A225-C5C9-92E2-380DE9A1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052E613-1C59-A49B-1ED4-C4BC7863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942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2FF94-9122-2D19-3677-34FB2BF7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7C17590-EA05-3C6E-CF97-963A5DC5F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B480B5-2C78-014A-9897-BAC5DFD1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70D217-A67F-08D2-A738-4AA46849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894E9E-C9B2-19CA-EB85-4714B8B2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695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686713F-1916-4906-AF06-367E45221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499F2F2-EA16-F2D5-A1E6-F3DCA8081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CCAED9-E897-D91C-1D00-571425FB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1723F4-688B-941B-C26D-E8037E75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0E1AFD6-AA16-D2FC-2425-DBFD7F86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973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70E6096-272B-8A74-3074-481D5B3E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D3C82E4-A760-264D-26D7-A1B46B7A8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CFEE3B-48C3-CB4E-9C30-25C04A913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C2774-F1CB-4812-B5F6-5D31B5F0B8E0}" type="datetimeFigureOut">
              <a:rPr lang="nl-NL" smtClean="0"/>
              <a:t>10-3-2026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84EBB5-558A-555F-4647-4ACB9FE89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7DF7301-10C3-782E-6980-CC4938A7D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ADF34-95F4-45EE-ACAB-C56029763D8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584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DEC545-6E6C-908C-3AB4-A18AFFAC5A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Frames in Unity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9A06D86-F54D-D5D6-1A98-017CBF040E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335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B63C7C-2B46-9983-46ED-457E0333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frame?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295AE9-73F8-2F7E-AC88-DE0A557FC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</a:t>
            </a:r>
            <a:r>
              <a:rPr lang="nl-NL" b="1" dirty="0" err="1"/>
              <a:t>Unity</a:t>
            </a:r>
            <a:r>
              <a:rPr lang="nl-NL" dirty="0"/>
              <a:t> betekent een </a:t>
            </a:r>
            <a:r>
              <a:rPr lang="nl-NL" b="1" dirty="0"/>
              <a:t>frame</a:t>
            </a:r>
            <a:r>
              <a:rPr lang="nl-NL" dirty="0"/>
              <a:t> één enkel beeld dat door de game wordt </a:t>
            </a:r>
            <a:r>
              <a:rPr lang="nl-NL" dirty="0" err="1"/>
              <a:t>gerenderd</a:t>
            </a:r>
            <a:r>
              <a:rPr lang="nl-NL" dirty="0"/>
              <a:t> en op het scherm wordt weergegeven. Games tonen veel van deze beelden heel snel achter elkaar, waardoor je beweging ziet.</a:t>
            </a:r>
          </a:p>
        </p:txBody>
      </p:sp>
    </p:spTree>
    <p:extLst>
      <p:ext uri="{BB962C8B-B14F-4D97-AF65-F5344CB8AC3E}">
        <p14:creationId xmlns:p14="http://schemas.microsoft.com/office/powerpoint/2010/main" val="51234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2F408F-CC74-850E-FB36-B1C8CBC8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Simpel uitgelegd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079ABC-2E05-E5EA-9E93-DD00C3E37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</a:t>
            </a:r>
            <a:r>
              <a:rPr lang="nl-NL" b="1" dirty="0"/>
              <a:t>frame</a:t>
            </a:r>
            <a:r>
              <a:rPr lang="nl-NL" dirty="0"/>
              <a:t> = één afbeelding van de game op een bepaald moment.</a:t>
            </a:r>
          </a:p>
          <a:p>
            <a:r>
              <a:rPr lang="nl-NL" dirty="0"/>
              <a:t>De computer berekent en tekent dat beeld.</a:t>
            </a:r>
          </a:p>
          <a:p>
            <a:r>
              <a:rPr lang="nl-NL" dirty="0"/>
              <a:t>Daarna wordt meteen het volgende frame gemaakt.</a:t>
            </a:r>
          </a:p>
          <a:p>
            <a:r>
              <a:rPr lang="nl-NL" dirty="0"/>
              <a:t>Als een game bijvoorbeeld </a:t>
            </a:r>
            <a:r>
              <a:rPr lang="nl-NL" b="1" dirty="0"/>
              <a:t>60 frames per seconde (FPS)</a:t>
            </a:r>
            <a:r>
              <a:rPr lang="nl-NL" dirty="0"/>
              <a:t> draait:</a:t>
            </a:r>
          </a:p>
          <a:p>
            <a:r>
              <a:rPr lang="nl-NL" dirty="0"/>
              <a:t>dan worden </a:t>
            </a:r>
            <a:r>
              <a:rPr lang="nl-NL" b="1" dirty="0"/>
              <a:t>60 losse beelden per seconde</a:t>
            </a:r>
            <a:r>
              <a:rPr lang="nl-NL" dirty="0"/>
              <a:t> getekend.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010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70018-EF69-EDAD-8389-B961ECAF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/>
              <a:t>Wat gebeurt er in één frame?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D0F1780-00B6-898E-E805-7297EC83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In één frame doet </a:t>
            </a:r>
            <a:r>
              <a:rPr lang="nl-NL" dirty="0" err="1"/>
              <a:t>Unity</a:t>
            </a:r>
            <a:r>
              <a:rPr lang="nl-NL" dirty="0"/>
              <a:t> meestal deze stappen:</a:t>
            </a:r>
          </a:p>
          <a:p>
            <a:pPr lvl="1"/>
            <a:r>
              <a:rPr lang="nl-NL" b="1" dirty="0"/>
              <a:t>Input verwerken</a:t>
            </a:r>
            <a:br>
              <a:rPr lang="nl-NL" dirty="0"/>
            </a:br>
            <a:r>
              <a:rPr lang="nl-NL" dirty="0"/>
              <a:t>toetsenbord, muis, controller.</a:t>
            </a:r>
          </a:p>
          <a:p>
            <a:pPr lvl="1"/>
            <a:r>
              <a:rPr lang="nl-NL" b="1" dirty="0"/>
              <a:t>Game-logica uitvoeren</a:t>
            </a:r>
            <a:br>
              <a:rPr lang="nl-NL" dirty="0"/>
            </a:br>
            <a:r>
              <a:rPr lang="nl-NL" dirty="0"/>
              <a:t>scripts zoals Update() worden uitgevoerd.</a:t>
            </a:r>
          </a:p>
          <a:p>
            <a:pPr lvl="1"/>
            <a:r>
              <a:rPr lang="nl-NL" b="1" dirty="0" err="1"/>
              <a:t>Physics</a:t>
            </a:r>
            <a:r>
              <a:rPr lang="nl-NL" b="1" dirty="0"/>
              <a:t> berekenen</a:t>
            </a:r>
            <a:br>
              <a:rPr lang="nl-NL" dirty="0"/>
            </a:br>
            <a:r>
              <a:rPr lang="nl-NL" dirty="0"/>
              <a:t>botsingen, zwaartekracht, beweging.</a:t>
            </a:r>
          </a:p>
          <a:p>
            <a:pPr lvl="1"/>
            <a:r>
              <a:rPr lang="nl-NL" b="1" dirty="0" err="1"/>
              <a:t>Rendering</a:t>
            </a:r>
            <a:br>
              <a:rPr lang="nl-NL" dirty="0"/>
            </a:br>
            <a:r>
              <a:rPr lang="nl-NL" dirty="0" err="1"/>
              <a:t>Unity</a:t>
            </a:r>
            <a:r>
              <a:rPr lang="nl-NL" dirty="0"/>
              <a:t> tekent het beeld (objecten, licht, schaduwen).</a:t>
            </a:r>
          </a:p>
          <a:p>
            <a:pPr lvl="1"/>
            <a:r>
              <a:rPr lang="nl-NL" b="1" dirty="0"/>
              <a:t>Frame tonen op het scherm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935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6D1264-8B3E-FF6B-F93E-E52C12AD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Belangrijk</a:t>
            </a:r>
            <a:r>
              <a:rPr lang="en-US" dirty="0"/>
              <a:t> in Unity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9685DD-C5F1-6B2A-FB46-6C5B6835B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Update() </a:t>
            </a:r>
          </a:p>
          <a:p>
            <a:pPr lvl="1"/>
            <a:r>
              <a:rPr lang="nl-NL" dirty="0"/>
              <a:t>wordt één keer per frame uitgevoerd.</a:t>
            </a:r>
          </a:p>
          <a:p>
            <a:endParaRPr lang="nl-NL" dirty="0"/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Time.deltaTime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nl-NL" dirty="0"/>
              <a:t>de tijd sinds het vorige frame.</a:t>
            </a:r>
          </a:p>
        </p:txBody>
      </p:sp>
    </p:spTree>
    <p:extLst>
      <p:ext uri="{BB962C8B-B14F-4D97-AF65-F5344CB8AC3E}">
        <p14:creationId xmlns:p14="http://schemas.microsoft.com/office/powerpoint/2010/main" val="266796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02B05-D2E4-E24C-DE00-471144CC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er </a:t>
            </a:r>
            <a:r>
              <a:rPr lang="en-US" dirty="0" err="1"/>
              <a:t>belangrijk</a:t>
            </a:r>
            <a:r>
              <a:rPr lang="en-US" dirty="0"/>
              <a:t> </a:t>
            </a:r>
            <a:r>
              <a:rPr lang="en-US" dirty="0" err="1"/>
              <a:t>bij</a:t>
            </a:r>
            <a:r>
              <a:rPr lang="en-US" dirty="0"/>
              <a:t> frames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AE1EAC-8D98-51DA-D1F8-781E7B86F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Frames bepalen hoe </a:t>
            </a:r>
            <a:r>
              <a:rPr lang="nl-NL" b="1" dirty="0"/>
              <a:t>vloeiend</a:t>
            </a:r>
            <a:r>
              <a:rPr lang="nl-NL" dirty="0"/>
              <a:t> een game voelt:</a:t>
            </a:r>
          </a:p>
          <a:p>
            <a:pPr lvl="1"/>
            <a:r>
              <a:rPr lang="nl-NL" b="1" dirty="0"/>
              <a:t>30 FPS</a:t>
            </a:r>
            <a:r>
              <a:rPr lang="nl-NL" dirty="0"/>
              <a:t> → speelbaar maar minder vloeiend</a:t>
            </a:r>
          </a:p>
          <a:p>
            <a:pPr lvl="1"/>
            <a:r>
              <a:rPr lang="nl-NL" b="1" dirty="0"/>
              <a:t>60 FPS</a:t>
            </a:r>
            <a:r>
              <a:rPr lang="nl-NL" dirty="0"/>
              <a:t> → standaard vloeiend</a:t>
            </a:r>
          </a:p>
          <a:p>
            <a:pPr lvl="1"/>
            <a:r>
              <a:rPr lang="nl-NL" b="1" dirty="0"/>
              <a:t>120+ FPS</a:t>
            </a:r>
            <a:r>
              <a:rPr lang="nl-NL" dirty="0"/>
              <a:t> → zeer soepel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199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9CAAE-5426-5DC7-FA95-64DEE475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Hoe lang </a:t>
            </a:r>
            <a:r>
              <a:rPr lang="en-US" dirty="0" err="1"/>
              <a:t>duurt</a:t>
            </a:r>
            <a:r>
              <a:rPr lang="en-US" dirty="0"/>
              <a:t> 1 frame?</a:t>
            </a:r>
            <a:endParaRPr lang="nl-NL" dirty="0"/>
          </a:p>
        </p:txBody>
      </p:sp>
      <p:sp>
        <p:nvSpPr>
          <p:cNvPr id="4" name="AutoShape 2" descr="equation">
            <a:extLst>
              <a:ext uri="{FF2B5EF4-FFF2-40B4-BE49-F238E27FC236}">
                <a16:creationId xmlns:a16="http://schemas.microsoft.com/office/drawing/2014/main" id="{27CAD8DA-EDFE-21E0-03DB-67FF02BA6F4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De </a:t>
            </a:r>
            <a:r>
              <a:rPr lang="en-US" dirty="0" err="1"/>
              <a:t>tijd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1 frame </a:t>
            </a:r>
            <a:r>
              <a:rPr lang="en-US" dirty="0" err="1"/>
              <a:t>duurt</a:t>
            </a:r>
            <a:r>
              <a:rPr lang="en-US" dirty="0"/>
              <a:t> </a:t>
            </a:r>
            <a:r>
              <a:rPr lang="en-US" dirty="0" err="1"/>
              <a:t>noemen</a:t>
            </a:r>
            <a:r>
              <a:rPr lang="en-US" dirty="0"/>
              <a:t> </a:t>
            </a:r>
            <a:r>
              <a:rPr lang="en-US" dirty="0" err="1"/>
              <a:t>wij</a:t>
            </a:r>
            <a:r>
              <a:rPr lang="en-US" dirty="0"/>
              <a:t> “Delta t”</a:t>
            </a:r>
          </a:p>
          <a:p>
            <a:r>
              <a:rPr lang="en-US" dirty="0"/>
              <a:t>Je </a:t>
            </a:r>
            <a:r>
              <a:rPr lang="en-US" dirty="0" err="1"/>
              <a:t>schrijf</a:t>
            </a:r>
            <a:r>
              <a:rPr lang="en-US" dirty="0"/>
              <a:t> het </a:t>
            </a:r>
            <a:r>
              <a:rPr lang="en-US" dirty="0" err="1"/>
              <a:t>als</a:t>
            </a:r>
            <a:r>
              <a:rPr lang="en-US" dirty="0"/>
              <a:t> ∆t</a:t>
            </a:r>
          </a:p>
          <a:p>
            <a:r>
              <a:rPr lang="en-US" dirty="0"/>
              <a:t>Als je </a:t>
            </a:r>
            <a:r>
              <a:rPr lang="en-US" dirty="0" err="1"/>
              <a:t>weet</a:t>
            </a:r>
            <a:r>
              <a:rPr lang="en-US" dirty="0"/>
              <a:t> </a:t>
            </a:r>
            <a:r>
              <a:rPr lang="en-US" dirty="0" err="1"/>
              <a:t>hoeveel</a:t>
            </a:r>
            <a:r>
              <a:rPr lang="en-US" dirty="0"/>
              <a:t> frames per </a:t>
            </a:r>
            <a:r>
              <a:rPr lang="en-US" dirty="0" err="1"/>
              <a:t>seconde</a:t>
            </a:r>
            <a:r>
              <a:rPr lang="en-US" dirty="0"/>
              <a:t>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gerenderd</a:t>
            </a:r>
            <a:r>
              <a:rPr lang="en-US" dirty="0"/>
              <a:t>, </a:t>
            </a:r>
            <a:r>
              <a:rPr lang="en-US" dirty="0" err="1"/>
              <a:t>kun</a:t>
            </a:r>
            <a:r>
              <a:rPr lang="en-US" dirty="0"/>
              <a:t> je de </a:t>
            </a:r>
            <a:r>
              <a:rPr lang="en-US" dirty="0" err="1"/>
              <a:t>tijd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frame </a:t>
            </a:r>
            <a:r>
              <a:rPr lang="en-US" dirty="0" err="1"/>
              <a:t>duurt</a:t>
            </a:r>
            <a:r>
              <a:rPr lang="en-US" dirty="0"/>
              <a:t> </a:t>
            </a:r>
            <a:r>
              <a:rPr lang="en-US" dirty="0" err="1"/>
              <a:t>berekenen</a:t>
            </a:r>
            <a:r>
              <a:rPr lang="en-US" dirty="0"/>
              <a:t> met: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C5B1086-543A-48C5-F758-6CFA117B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756" y="4085832"/>
            <a:ext cx="4190248" cy="222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8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F44DF5-8870-006B-FAE8-12EF460C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Berekenen</a:t>
            </a:r>
            <a:r>
              <a:rPr lang="en-US"/>
              <a:t> framerate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C6A40D4-44BA-F851-A902-1A8DEEB5D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functie</a:t>
            </a:r>
            <a:r>
              <a:rPr lang="en-US" dirty="0"/>
              <a:t> Update()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ieder</a:t>
            </a:r>
            <a:r>
              <a:rPr lang="en-US" dirty="0"/>
              <a:t> frame </a:t>
            </a:r>
            <a:r>
              <a:rPr lang="en-US" dirty="0" err="1"/>
              <a:t>uitgevoerd</a:t>
            </a:r>
            <a:r>
              <a:rPr lang="en-US" dirty="0"/>
              <a:t>. </a:t>
            </a:r>
            <a:r>
              <a:rPr lang="en-US" dirty="0" err="1"/>
              <a:t>Standaard</a:t>
            </a:r>
            <a:r>
              <a:rPr lang="en-US" dirty="0"/>
              <a:t> </a:t>
            </a:r>
            <a:r>
              <a:rPr lang="en-US" dirty="0" err="1"/>
              <a:t>probeert</a:t>
            </a:r>
            <a:r>
              <a:rPr lang="en-US" dirty="0"/>
              <a:t> Unity elk frame zo </a:t>
            </a:r>
            <a:r>
              <a:rPr lang="en-US" dirty="0" err="1"/>
              <a:t>snel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mogelijk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voeren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verschilt</a:t>
            </a:r>
            <a:r>
              <a:rPr lang="en-US" dirty="0"/>
              <a:t> de framerate</a:t>
            </a:r>
          </a:p>
          <a:p>
            <a:r>
              <a:rPr lang="en-US" dirty="0"/>
              <a:t>Je </a:t>
            </a:r>
            <a:r>
              <a:rPr lang="en-US" dirty="0" err="1"/>
              <a:t>kan</a:t>
            </a:r>
            <a:r>
              <a:rPr lang="en-US" dirty="0"/>
              <a:t> de framerate </a:t>
            </a:r>
            <a:r>
              <a:rPr lang="en-US" dirty="0" err="1"/>
              <a:t>berekenen</a:t>
            </a:r>
            <a:r>
              <a:rPr lang="en-US" dirty="0"/>
              <a:t> met:</a:t>
            </a:r>
            <a:br>
              <a:rPr lang="en-US" dirty="0"/>
            </a:br>
            <a:endParaRPr lang="en-US" dirty="0"/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7418E68-B736-DCD5-1CC1-43EAB3B71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53" y="3673555"/>
            <a:ext cx="3174844" cy="219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420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2990</TotalTime>
  <Words>294</Words>
  <Application>Microsoft Office PowerPoint</Application>
  <PresentationFormat>Breedbeeld</PresentationFormat>
  <Paragraphs>34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Kantoorthema</vt:lpstr>
      <vt:lpstr>Frames in Unity</vt:lpstr>
      <vt:lpstr>Wat is een frame?</vt:lpstr>
      <vt:lpstr>Simpel uitgelegd</vt:lpstr>
      <vt:lpstr>Wat gebeurt er in één frame?</vt:lpstr>
      <vt:lpstr>Belangrijk in Unity</vt:lpstr>
      <vt:lpstr>Wat is er belangrijk bij frames</vt:lpstr>
      <vt:lpstr>Hoe lang duurt 1 frame?</vt:lpstr>
      <vt:lpstr>Berekenen framerate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1</cp:revision>
  <dcterms:created xsi:type="dcterms:W3CDTF">2026-03-10T13:36:03Z</dcterms:created>
  <dcterms:modified xsi:type="dcterms:W3CDTF">2026-03-12T15:26:35Z</dcterms:modified>
</cp:coreProperties>
</file>
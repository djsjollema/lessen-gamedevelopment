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8" r:id="rId9"/>
    <p:sldId id="266" r:id="rId10"/>
    <p:sldId id="267" r:id="rId1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9" autoAdjust="0"/>
    <p:restoredTop sz="94589"/>
  </p:normalViewPr>
  <p:slideViewPr>
    <p:cSldViewPr snapToGrid="0">
      <p:cViewPr varScale="1">
        <p:scale>
          <a:sx n="79" d="100"/>
          <a:sy n="79" d="100"/>
        </p:scale>
        <p:origin x="80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lle Sjollema" userId="697d5fec-fa16-44ca-847a-2a2a8b0e1e72" providerId="ADAL" clId="{81C8176F-EDA9-42E8-ADD1-2B7E1473E46F}"/>
    <pc:docChg chg="custSel addSld delSld modSld">
      <pc:chgData name="Jelle Sjollema" userId="697d5fec-fa16-44ca-847a-2a2a8b0e1e72" providerId="ADAL" clId="{81C8176F-EDA9-42E8-ADD1-2B7E1473E46F}" dt="2026-01-15T15:36:24.897" v="292" actId="20577"/>
      <pc:docMkLst>
        <pc:docMk/>
      </pc:docMkLst>
      <pc:sldChg chg="addSp delSp modSp new mod">
        <pc:chgData name="Jelle Sjollema" userId="697d5fec-fa16-44ca-847a-2a2a8b0e1e72" providerId="ADAL" clId="{81C8176F-EDA9-42E8-ADD1-2B7E1473E46F}" dt="2026-01-15T15:36:24.897" v="292" actId="20577"/>
        <pc:sldMkLst>
          <pc:docMk/>
          <pc:sldMk cId="1432869680" sldId="268"/>
        </pc:sldMkLst>
        <pc:spChg chg="mod">
          <ac:chgData name="Jelle Sjollema" userId="697d5fec-fa16-44ca-847a-2a2a8b0e1e72" providerId="ADAL" clId="{81C8176F-EDA9-42E8-ADD1-2B7E1473E46F}" dt="2026-01-15T15:36:24.897" v="292" actId="20577"/>
          <ac:spMkLst>
            <pc:docMk/>
            <pc:sldMk cId="1432869680" sldId="268"/>
            <ac:spMk id="2" creationId="{999DD0BF-2B26-A975-2D35-1B61281518E4}"/>
          </ac:spMkLst>
        </pc:spChg>
        <pc:spChg chg="add mod">
          <ac:chgData name="Jelle Sjollema" userId="697d5fec-fa16-44ca-847a-2a2a8b0e1e72" providerId="ADAL" clId="{81C8176F-EDA9-42E8-ADD1-2B7E1473E46F}" dt="2026-01-15T11:19:27.408" v="220" actId="1076"/>
          <ac:spMkLst>
            <pc:docMk/>
            <pc:sldMk cId="1432869680" sldId="268"/>
            <ac:spMk id="6" creationId="{34EA9D95-8100-FADA-FEFB-75C7B5C5D743}"/>
          </ac:spMkLst>
        </pc:spChg>
        <pc:spChg chg="add mod ord">
          <ac:chgData name="Jelle Sjollema" userId="697d5fec-fa16-44ca-847a-2a2a8b0e1e72" providerId="ADAL" clId="{81C8176F-EDA9-42E8-ADD1-2B7E1473E46F}" dt="2026-01-15T11:35:03.056" v="283" actId="166"/>
          <ac:spMkLst>
            <pc:docMk/>
            <pc:sldMk cId="1432869680" sldId="268"/>
            <ac:spMk id="7" creationId="{54045392-D1AB-6FF8-1AE6-F9E660C7AB73}"/>
          </ac:spMkLst>
        </pc:spChg>
        <pc:spChg chg="add mod ord">
          <ac:chgData name="Jelle Sjollema" userId="697d5fec-fa16-44ca-847a-2a2a8b0e1e72" providerId="ADAL" clId="{81C8176F-EDA9-42E8-ADD1-2B7E1473E46F}" dt="2026-01-15T11:35:07.436" v="284" actId="166"/>
          <ac:spMkLst>
            <pc:docMk/>
            <pc:sldMk cId="1432869680" sldId="268"/>
            <ac:spMk id="8" creationId="{25F1B197-D1A1-A2E5-D0EE-A8E393245DD9}"/>
          </ac:spMkLst>
        </pc:spChg>
        <pc:spChg chg="add mod">
          <ac:chgData name="Jelle Sjollema" userId="697d5fec-fa16-44ca-847a-2a2a8b0e1e72" providerId="ADAL" clId="{81C8176F-EDA9-42E8-ADD1-2B7E1473E46F}" dt="2026-01-15T11:19:22.674" v="219" actId="1076"/>
          <ac:spMkLst>
            <pc:docMk/>
            <pc:sldMk cId="1432869680" sldId="268"/>
            <ac:spMk id="14" creationId="{40D00685-6489-A3AC-FC86-11AF79329711}"/>
          </ac:spMkLst>
        </pc:spChg>
        <pc:spChg chg="add mod">
          <ac:chgData name="Jelle Sjollema" userId="697d5fec-fa16-44ca-847a-2a2a8b0e1e72" providerId="ADAL" clId="{81C8176F-EDA9-42E8-ADD1-2B7E1473E46F}" dt="2026-01-15T11:10:51.175" v="53" actId="1076"/>
          <ac:spMkLst>
            <pc:docMk/>
            <pc:sldMk cId="1432869680" sldId="268"/>
            <ac:spMk id="15" creationId="{EFBFC290-F8F2-095F-185D-D7EB3A55E31B}"/>
          </ac:spMkLst>
        </pc:spChg>
        <pc:spChg chg="add mod">
          <ac:chgData name="Jelle Sjollema" userId="697d5fec-fa16-44ca-847a-2a2a8b0e1e72" providerId="ADAL" clId="{81C8176F-EDA9-42E8-ADD1-2B7E1473E46F}" dt="2026-01-15T11:17:07.071" v="186" actId="1038"/>
          <ac:spMkLst>
            <pc:docMk/>
            <pc:sldMk cId="1432869680" sldId="268"/>
            <ac:spMk id="19" creationId="{1D99D054-4CC2-196B-3E72-0E516F913F34}"/>
          </ac:spMkLst>
        </pc:spChg>
        <pc:spChg chg="add mod">
          <ac:chgData name="Jelle Sjollema" userId="697d5fec-fa16-44ca-847a-2a2a8b0e1e72" providerId="ADAL" clId="{81C8176F-EDA9-42E8-ADD1-2B7E1473E46F}" dt="2026-01-15T11:12:23.864" v="73" actId="1076"/>
          <ac:spMkLst>
            <pc:docMk/>
            <pc:sldMk cId="1432869680" sldId="268"/>
            <ac:spMk id="36" creationId="{E52793BE-12CA-09CD-3029-14746D6FE477}"/>
          </ac:spMkLst>
        </pc:spChg>
        <pc:spChg chg="add mod">
          <ac:chgData name="Jelle Sjollema" userId="697d5fec-fa16-44ca-847a-2a2a8b0e1e72" providerId="ADAL" clId="{81C8176F-EDA9-42E8-ADD1-2B7E1473E46F}" dt="2026-01-15T11:17:07.071" v="186" actId="1038"/>
          <ac:spMkLst>
            <pc:docMk/>
            <pc:sldMk cId="1432869680" sldId="268"/>
            <ac:spMk id="40" creationId="{F5F302D7-2D21-E14A-E01E-1D2171B2E59F}"/>
          </ac:spMkLst>
        </pc:spChg>
        <pc:spChg chg="add mod ord">
          <ac:chgData name="Jelle Sjollema" userId="697d5fec-fa16-44ca-847a-2a2a8b0e1e72" providerId="ADAL" clId="{81C8176F-EDA9-42E8-ADD1-2B7E1473E46F}" dt="2026-01-15T11:34:44.863" v="280" actId="166"/>
          <ac:spMkLst>
            <pc:docMk/>
            <pc:sldMk cId="1432869680" sldId="268"/>
            <ac:spMk id="41" creationId="{4B36DBA4-1BBF-017F-514A-B85DCA0F9915}"/>
          </ac:spMkLst>
        </pc:spChg>
        <pc:spChg chg="add mod">
          <ac:chgData name="Jelle Sjollema" userId="697d5fec-fa16-44ca-847a-2a2a8b0e1e72" providerId="ADAL" clId="{81C8176F-EDA9-42E8-ADD1-2B7E1473E46F}" dt="2026-01-15T11:13:07.324" v="84" actId="1076"/>
          <ac:spMkLst>
            <pc:docMk/>
            <pc:sldMk cId="1432869680" sldId="268"/>
            <ac:spMk id="42" creationId="{8BA4C85E-1608-B56D-8D0E-B2DF9CB686B6}"/>
          </ac:spMkLst>
        </pc:spChg>
        <pc:spChg chg="add mod">
          <ac:chgData name="Jelle Sjollema" userId="697d5fec-fa16-44ca-847a-2a2a8b0e1e72" providerId="ADAL" clId="{81C8176F-EDA9-42E8-ADD1-2B7E1473E46F}" dt="2026-01-15T11:17:07.071" v="186" actId="1038"/>
          <ac:spMkLst>
            <pc:docMk/>
            <pc:sldMk cId="1432869680" sldId="268"/>
            <ac:spMk id="55" creationId="{1F9450CA-F0B0-A271-AD59-F325D456D025}"/>
          </ac:spMkLst>
        </pc:spChg>
        <pc:spChg chg="add mod">
          <ac:chgData name="Jelle Sjollema" userId="697d5fec-fa16-44ca-847a-2a2a8b0e1e72" providerId="ADAL" clId="{81C8176F-EDA9-42E8-ADD1-2B7E1473E46F}" dt="2026-01-15T11:14:07.403" v="103" actId="1076"/>
          <ac:spMkLst>
            <pc:docMk/>
            <pc:sldMk cId="1432869680" sldId="268"/>
            <ac:spMk id="56" creationId="{46CD3781-3108-CB8A-275B-B5E879220A79}"/>
          </ac:spMkLst>
        </pc:spChg>
        <pc:spChg chg="add mod">
          <ac:chgData name="Jelle Sjollema" userId="697d5fec-fa16-44ca-847a-2a2a8b0e1e72" providerId="ADAL" clId="{81C8176F-EDA9-42E8-ADD1-2B7E1473E46F}" dt="2026-01-15T11:14:11.549" v="105" actId="1076"/>
          <ac:spMkLst>
            <pc:docMk/>
            <pc:sldMk cId="1432869680" sldId="268"/>
            <ac:spMk id="57" creationId="{E5AF3187-DE14-8212-7C6A-EDD99AF70AC3}"/>
          </ac:spMkLst>
        </pc:spChg>
        <pc:spChg chg="add mod ord">
          <ac:chgData name="Jelle Sjollema" userId="697d5fec-fa16-44ca-847a-2a2a8b0e1e72" providerId="ADAL" clId="{81C8176F-EDA9-42E8-ADD1-2B7E1473E46F}" dt="2026-01-15T11:19:06.635" v="217" actId="166"/>
          <ac:spMkLst>
            <pc:docMk/>
            <pc:sldMk cId="1432869680" sldId="268"/>
            <ac:spMk id="58" creationId="{491CB2BC-3021-E6B6-2C37-9665CD86D29B}"/>
          </ac:spMkLst>
        </pc:spChg>
        <pc:spChg chg="add mod">
          <ac:chgData name="Jelle Sjollema" userId="697d5fec-fa16-44ca-847a-2a2a8b0e1e72" providerId="ADAL" clId="{81C8176F-EDA9-42E8-ADD1-2B7E1473E46F}" dt="2026-01-15T11:15:01.706" v="138" actId="20577"/>
          <ac:spMkLst>
            <pc:docMk/>
            <pc:sldMk cId="1432869680" sldId="268"/>
            <ac:spMk id="59" creationId="{5F64B336-825A-E8A8-EDFF-875AA5E717B6}"/>
          </ac:spMkLst>
        </pc:spChg>
        <pc:spChg chg="add mod">
          <ac:chgData name="Jelle Sjollema" userId="697d5fec-fa16-44ca-847a-2a2a8b0e1e72" providerId="ADAL" clId="{81C8176F-EDA9-42E8-ADD1-2B7E1473E46F}" dt="2026-01-15T11:17:07.071" v="186" actId="1038"/>
          <ac:spMkLst>
            <pc:docMk/>
            <pc:sldMk cId="1432869680" sldId="268"/>
            <ac:spMk id="60" creationId="{D5A3604F-D41A-1BAE-ABBA-60E3527880EE}"/>
          </ac:spMkLst>
        </pc:spChg>
        <pc:spChg chg="add mod">
          <ac:chgData name="Jelle Sjollema" userId="697d5fec-fa16-44ca-847a-2a2a8b0e1e72" providerId="ADAL" clId="{81C8176F-EDA9-42E8-ADD1-2B7E1473E46F}" dt="2026-01-15T11:17:07.071" v="186" actId="1038"/>
          <ac:spMkLst>
            <pc:docMk/>
            <pc:sldMk cId="1432869680" sldId="268"/>
            <ac:spMk id="61" creationId="{759C4869-0F65-C4D1-25B9-9FD3195C6163}"/>
          </ac:spMkLst>
        </pc:spChg>
        <pc:spChg chg="add mod">
          <ac:chgData name="Jelle Sjollema" userId="697d5fec-fa16-44ca-847a-2a2a8b0e1e72" providerId="ADAL" clId="{81C8176F-EDA9-42E8-ADD1-2B7E1473E46F}" dt="2026-01-15T11:19:13.302" v="218" actId="1076"/>
          <ac:spMkLst>
            <pc:docMk/>
            <pc:sldMk cId="1432869680" sldId="268"/>
            <ac:spMk id="67" creationId="{A8C375E8-A781-95B8-F8BF-302EA9F4A96C}"/>
          </ac:spMkLst>
        </pc:spChg>
        <pc:spChg chg="add mod">
          <ac:chgData name="Jelle Sjollema" userId="697d5fec-fa16-44ca-847a-2a2a8b0e1e72" providerId="ADAL" clId="{81C8176F-EDA9-42E8-ADD1-2B7E1473E46F}" dt="2026-01-15T11:19:35.310" v="222" actId="1076"/>
          <ac:spMkLst>
            <pc:docMk/>
            <pc:sldMk cId="1432869680" sldId="268"/>
            <ac:spMk id="72" creationId="{760398D4-B4CE-A80A-3537-DF2358B40222}"/>
          </ac:spMkLst>
        </pc:spChg>
        <pc:spChg chg="add mod">
          <ac:chgData name="Jelle Sjollema" userId="697d5fec-fa16-44ca-847a-2a2a8b0e1e72" providerId="ADAL" clId="{81C8176F-EDA9-42E8-ADD1-2B7E1473E46F}" dt="2026-01-15T11:20:10.772" v="261" actId="1076"/>
          <ac:spMkLst>
            <pc:docMk/>
            <pc:sldMk cId="1432869680" sldId="268"/>
            <ac:spMk id="73" creationId="{7EB31832-9661-66A0-4F0D-2266EDAEA4FB}"/>
          </ac:spMkLst>
        </pc:spChg>
        <pc:spChg chg="add mod">
          <ac:chgData name="Jelle Sjollema" userId="697d5fec-fa16-44ca-847a-2a2a8b0e1e72" providerId="ADAL" clId="{81C8176F-EDA9-42E8-ADD1-2B7E1473E46F}" dt="2026-01-15T11:34:10.897" v="269" actId="1076"/>
          <ac:spMkLst>
            <pc:docMk/>
            <pc:sldMk cId="1432869680" sldId="268"/>
            <ac:spMk id="74" creationId="{5B207565-169B-22D8-EAF8-0CD27B456683}"/>
          </ac:spMkLst>
        </pc:spChg>
        <pc:spChg chg="add mod">
          <ac:chgData name="Jelle Sjollema" userId="697d5fec-fa16-44ca-847a-2a2a8b0e1e72" providerId="ADAL" clId="{81C8176F-EDA9-42E8-ADD1-2B7E1473E46F}" dt="2026-01-15T11:34:22.988" v="271" actId="1076"/>
          <ac:spMkLst>
            <pc:docMk/>
            <pc:sldMk cId="1432869680" sldId="268"/>
            <ac:spMk id="75" creationId="{B0ACDC8B-C8E1-D65E-A882-53D88AB9807C}"/>
          </ac:spMkLst>
        </pc:spChg>
        <pc:spChg chg="add mod">
          <ac:chgData name="Jelle Sjollema" userId="697d5fec-fa16-44ca-847a-2a2a8b0e1e72" providerId="ADAL" clId="{81C8176F-EDA9-42E8-ADD1-2B7E1473E46F}" dt="2026-01-15T11:34:27.287" v="273" actId="1076"/>
          <ac:spMkLst>
            <pc:docMk/>
            <pc:sldMk cId="1432869680" sldId="268"/>
            <ac:spMk id="76" creationId="{E3293F4D-7941-ABEF-41FE-910784323A50}"/>
          </ac:spMkLst>
        </pc:spChg>
        <pc:spChg chg="add mod">
          <ac:chgData name="Jelle Sjollema" userId="697d5fec-fa16-44ca-847a-2a2a8b0e1e72" providerId="ADAL" clId="{81C8176F-EDA9-42E8-ADD1-2B7E1473E46F}" dt="2026-01-15T11:34:31.114" v="275" actId="1076"/>
          <ac:spMkLst>
            <pc:docMk/>
            <pc:sldMk cId="1432869680" sldId="268"/>
            <ac:spMk id="77" creationId="{67081677-0988-45AA-1820-84F578FBE8C4}"/>
          </ac:spMkLst>
        </pc:spChg>
        <pc:spChg chg="add mod">
          <ac:chgData name="Jelle Sjollema" userId="697d5fec-fa16-44ca-847a-2a2a8b0e1e72" providerId="ADAL" clId="{81C8176F-EDA9-42E8-ADD1-2B7E1473E46F}" dt="2026-01-15T11:34:35.282" v="277" actId="1076"/>
          <ac:spMkLst>
            <pc:docMk/>
            <pc:sldMk cId="1432869680" sldId="268"/>
            <ac:spMk id="78" creationId="{3CAE2A9B-F174-5791-F004-96ED5DF3AD7C}"/>
          </ac:spMkLst>
        </pc:spChg>
        <pc:spChg chg="add mod">
          <ac:chgData name="Jelle Sjollema" userId="697d5fec-fa16-44ca-847a-2a2a8b0e1e72" providerId="ADAL" clId="{81C8176F-EDA9-42E8-ADD1-2B7E1473E46F}" dt="2026-01-15T11:34:39.208" v="279" actId="1076"/>
          <ac:spMkLst>
            <pc:docMk/>
            <pc:sldMk cId="1432869680" sldId="268"/>
            <ac:spMk id="79" creationId="{767849A2-9B90-561A-3A4B-BF2B73A5C492}"/>
          </ac:spMkLst>
        </pc:spChg>
        <pc:spChg chg="add mod">
          <ac:chgData name="Jelle Sjollema" userId="697d5fec-fa16-44ca-847a-2a2a8b0e1e72" providerId="ADAL" clId="{81C8176F-EDA9-42E8-ADD1-2B7E1473E46F}" dt="2026-01-15T11:35:55.776" v="288" actId="1076"/>
          <ac:spMkLst>
            <pc:docMk/>
            <pc:sldMk cId="1432869680" sldId="268"/>
            <ac:spMk id="84" creationId="{988F97C6-5957-5A89-9C3A-B39A920F0919}"/>
          </ac:spMkLst>
        </pc:spChg>
        <pc:cxnChg chg="add mod">
          <ac:chgData name="Jelle Sjollema" userId="697d5fec-fa16-44ca-847a-2a2a8b0e1e72" providerId="ADAL" clId="{81C8176F-EDA9-42E8-ADD1-2B7E1473E46F}" dt="2026-01-15T11:17:15.510" v="187" actId="14100"/>
          <ac:cxnSpMkLst>
            <pc:docMk/>
            <pc:sldMk cId="1432869680" sldId="268"/>
            <ac:cxnSpMk id="5" creationId="{894A14E8-7145-93CA-B7B4-1DB807FC8319}"/>
          </ac:cxnSpMkLst>
        </pc:cxnChg>
        <pc:cxnChg chg="add mod">
          <ac:chgData name="Jelle Sjollema" userId="697d5fec-fa16-44ca-847a-2a2a8b0e1e72" providerId="ADAL" clId="{81C8176F-EDA9-42E8-ADD1-2B7E1473E46F}" dt="2026-01-15T11:34:59.173" v="282" actId="14100"/>
          <ac:cxnSpMkLst>
            <pc:docMk/>
            <pc:sldMk cId="1432869680" sldId="268"/>
            <ac:cxnSpMk id="9" creationId="{1A3E01CE-3275-2981-659C-633F6E0BFD7E}"/>
          </ac:cxnSpMkLst>
        </pc:cxnChg>
        <pc:cxnChg chg="add mod">
          <ac:chgData name="Jelle Sjollema" userId="697d5fec-fa16-44ca-847a-2a2a8b0e1e72" providerId="ADAL" clId="{81C8176F-EDA9-42E8-ADD1-2B7E1473E46F}" dt="2026-01-15T11:17:26.107" v="189" actId="14100"/>
          <ac:cxnSpMkLst>
            <pc:docMk/>
            <pc:sldMk cId="1432869680" sldId="268"/>
            <ac:cxnSpMk id="12" creationId="{F051A844-346B-FE10-A7CE-ABF1F0F4E1AA}"/>
          </ac:cxnSpMkLst>
        </pc:cxnChg>
        <pc:cxnChg chg="add mod">
          <ac:chgData name="Jelle Sjollema" userId="697d5fec-fa16-44ca-847a-2a2a8b0e1e72" providerId="ADAL" clId="{81C8176F-EDA9-42E8-ADD1-2B7E1473E46F}" dt="2026-01-15T11:35:18.930" v="286" actId="14100"/>
          <ac:cxnSpMkLst>
            <pc:docMk/>
            <pc:sldMk cId="1432869680" sldId="268"/>
            <ac:cxnSpMk id="16" creationId="{ADD15937-6D5C-679F-0A71-E32E749D7AEE}"/>
          </ac:cxnSpMkLst>
        </pc:cxnChg>
        <pc:cxnChg chg="add mod">
          <ac:chgData name="Jelle Sjollema" userId="697d5fec-fa16-44ca-847a-2a2a8b0e1e72" providerId="ADAL" clId="{81C8176F-EDA9-42E8-ADD1-2B7E1473E46F}" dt="2026-01-15T11:16:01.495" v="157" actId="208"/>
          <ac:cxnSpMkLst>
            <pc:docMk/>
            <pc:sldMk cId="1432869680" sldId="268"/>
            <ac:cxnSpMk id="17" creationId="{5EF74F4C-5D2E-5D93-4459-AFB5D23D9DC6}"/>
          </ac:cxnSpMkLst>
        </pc:cxnChg>
        <pc:cxnChg chg="add mod">
          <ac:chgData name="Jelle Sjollema" userId="697d5fec-fa16-44ca-847a-2a2a8b0e1e72" providerId="ADAL" clId="{81C8176F-EDA9-42E8-ADD1-2B7E1473E46F}" dt="2026-01-15T11:35:13.913" v="285" actId="14100"/>
          <ac:cxnSpMkLst>
            <pc:docMk/>
            <pc:sldMk cId="1432869680" sldId="268"/>
            <ac:cxnSpMk id="20" creationId="{0C2C376D-D411-9964-4332-AA7C99895F5D}"/>
          </ac:cxnSpMkLst>
        </pc:cxnChg>
        <pc:cxnChg chg="add mod">
          <ac:chgData name="Jelle Sjollema" userId="697d5fec-fa16-44ca-847a-2a2a8b0e1e72" providerId="ADAL" clId="{81C8176F-EDA9-42E8-ADD1-2B7E1473E46F}" dt="2026-01-15T11:16:09.841" v="158" actId="208"/>
          <ac:cxnSpMkLst>
            <pc:docMk/>
            <pc:sldMk cId="1432869680" sldId="268"/>
            <ac:cxnSpMk id="21" creationId="{50B5ECEE-3FB3-DF0E-CCA7-3150E6105890}"/>
          </ac:cxnSpMkLst>
        </pc:cxnChg>
        <pc:cxnChg chg="add mod">
          <ac:chgData name="Jelle Sjollema" userId="697d5fec-fa16-44ca-847a-2a2a8b0e1e72" providerId="ADAL" clId="{81C8176F-EDA9-42E8-ADD1-2B7E1473E46F}" dt="2026-01-15T11:15:52.603" v="156" actId="208"/>
          <ac:cxnSpMkLst>
            <pc:docMk/>
            <pc:sldMk cId="1432869680" sldId="268"/>
            <ac:cxnSpMk id="37" creationId="{D1A58E7C-BCDB-C007-61F9-31C13BBFC105}"/>
          </ac:cxnSpMkLst>
        </pc:cxnChg>
        <pc:cxnChg chg="add mod">
          <ac:chgData name="Jelle Sjollema" userId="697d5fec-fa16-44ca-847a-2a2a8b0e1e72" providerId="ADAL" clId="{81C8176F-EDA9-42E8-ADD1-2B7E1473E46F}" dt="2026-01-15T11:15:52.603" v="156" actId="208"/>
          <ac:cxnSpMkLst>
            <pc:docMk/>
            <pc:sldMk cId="1432869680" sldId="268"/>
            <ac:cxnSpMk id="39" creationId="{DE7CF1EF-2B50-5B95-DF6D-B97950193BF3}"/>
          </ac:cxnSpMkLst>
        </pc:cxnChg>
        <pc:cxnChg chg="add mod">
          <ac:chgData name="Jelle Sjollema" userId="697d5fec-fa16-44ca-847a-2a2a8b0e1e72" providerId="ADAL" clId="{81C8176F-EDA9-42E8-ADD1-2B7E1473E46F}" dt="2026-01-15T11:34:50.506" v="281" actId="14100"/>
          <ac:cxnSpMkLst>
            <pc:docMk/>
            <pc:sldMk cId="1432869680" sldId="268"/>
            <ac:cxnSpMk id="45" creationId="{EB8DDD16-9A22-86E0-4965-BF2321D56AB7}"/>
          </ac:cxnSpMkLst>
        </pc:cxnChg>
        <pc:cxnChg chg="add mod">
          <ac:chgData name="Jelle Sjollema" userId="697d5fec-fa16-44ca-847a-2a2a8b0e1e72" providerId="ADAL" clId="{81C8176F-EDA9-42E8-ADD1-2B7E1473E46F}" dt="2026-01-15T11:16:01.495" v="157" actId="208"/>
          <ac:cxnSpMkLst>
            <pc:docMk/>
            <pc:sldMk cId="1432869680" sldId="268"/>
            <ac:cxnSpMk id="48" creationId="{13377343-16DA-7745-C6E4-7957FFA1E469}"/>
          </ac:cxnSpMkLst>
        </pc:cxnChg>
        <pc:cxnChg chg="add mod">
          <ac:chgData name="Jelle Sjollema" userId="697d5fec-fa16-44ca-847a-2a2a8b0e1e72" providerId="ADAL" clId="{81C8176F-EDA9-42E8-ADD1-2B7E1473E46F}" dt="2026-01-15T11:16:09.841" v="158" actId="208"/>
          <ac:cxnSpMkLst>
            <pc:docMk/>
            <pc:sldMk cId="1432869680" sldId="268"/>
            <ac:cxnSpMk id="50" creationId="{9FB66344-968E-89B7-9EEE-539C234C0AC3}"/>
          </ac:cxnSpMkLst>
        </pc:cxnChg>
        <pc:cxnChg chg="add mod">
          <ac:chgData name="Jelle Sjollema" userId="697d5fec-fa16-44ca-847a-2a2a8b0e1e72" providerId="ADAL" clId="{81C8176F-EDA9-42E8-ADD1-2B7E1473E46F}" dt="2026-01-15T11:17:19.403" v="188" actId="1076"/>
          <ac:cxnSpMkLst>
            <pc:docMk/>
            <pc:sldMk cId="1432869680" sldId="268"/>
            <ac:cxnSpMk id="52" creationId="{E5CE9898-BF41-1CA4-59D0-B5715816EED5}"/>
          </ac:cxnSpMkLst>
        </pc:cxnChg>
        <pc:cxnChg chg="add mod">
          <ac:chgData name="Jelle Sjollema" userId="697d5fec-fa16-44ca-847a-2a2a8b0e1e72" providerId="ADAL" clId="{81C8176F-EDA9-42E8-ADD1-2B7E1473E46F}" dt="2026-01-15T11:18:53.474" v="215" actId="14100"/>
          <ac:cxnSpMkLst>
            <pc:docMk/>
            <pc:sldMk cId="1432869680" sldId="268"/>
            <ac:cxnSpMk id="64" creationId="{462349E5-7D8E-62F8-8E90-778811E0A690}"/>
          </ac:cxnSpMkLst>
        </pc:cxnChg>
        <pc:cxnChg chg="add mod">
          <ac:chgData name="Jelle Sjollema" userId="697d5fec-fa16-44ca-847a-2a2a8b0e1e72" providerId="ADAL" clId="{81C8176F-EDA9-42E8-ADD1-2B7E1473E46F}" dt="2026-01-15T11:18:45.225" v="213" actId="1076"/>
          <ac:cxnSpMkLst>
            <pc:docMk/>
            <pc:sldMk cId="1432869680" sldId="268"/>
            <ac:cxnSpMk id="65" creationId="{3B059008-C8EC-06AB-5BC6-54DD85C2433F}"/>
          </ac:cxnSpMkLst>
        </pc:cxnChg>
        <pc:cxnChg chg="add mod">
          <ac:chgData name="Jelle Sjollema" userId="697d5fec-fa16-44ca-847a-2a2a8b0e1e72" providerId="ADAL" clId="{81C8176F-EDA9-42E8-ADD1-2B7E1473E46F}" dt="2026-01-15T11:18:48.260" v="214" actId="14100"/>
          <ac:cxnSpMkLst>
            <pc:docMk/>
            <pc:sldMk cId="1432869680" sldId="268"/>
            <ac:cxnSpMk id="66" creationId="{0D38D266-0AE2-0DEA-E29C-2035590C70D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761888-9795-2172-17BF-DBFD17D7E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0BC2819-0BFA-D467-22EC-79A4DF3E0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6F5DFD3-77ED-EBAD-7A7D-7687AF4F3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DE63F-B6A1-4286-98E5-30D0A12D3C8D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E86069C-21B1-9D1F-2B22-A318C14DC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CC879D4-8E29-71DD-FBC7-5EF1B8AC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F25D-CB0B-4DCB-B2CB-040B5AFE7CE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5847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75FD03-4274-0537-0519-D41E43F6F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8829FD-D432-2581-E422-FF6BEE9BB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30F530D-A2EC-108E-0192-91A28DE7D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DE63F-B6A1-4286-98E5-30D0A12D3C8D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2F3B2C5-2598-59B5-FF67-CF07AFEEB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543D6F5-2979-115E-2F5C-344AF0A38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F25D-CB0B-4DCB-B2CB-040B5AFE7CE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8858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8AC848-690D-B92C-DD5B-9FD39077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CE59970-FBD8-A8A7-0683-6C25FBD9B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846DAEB-3A84-037C-5C36-2117B5852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DE63F-B6A1-4286-98E5-30D0A12D3C8D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911B727-F293-5EB1-2E3E-30140AC6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CF45BF9-E49E-B480-05CE-5895DF61B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F25D-CB0B-4DCB-B2CB-040B5AFE7CE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6638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A7F4A2-F2D9-DD87-5498-9210648F0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2C9C35E-7280-6578-54E7-107332A306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05ED194-1B7E-9CC6-FE9F-1694218CC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1FD46B7-1D91-1F85-756A-EF25A83A2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DE63F-B6A1-4286-98E5-30D0A12D3C8D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983D172-FA8B-0D1E-F2C5-B473E1770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D112D79-EDD3-5DB3-EA6A-4EB972EBD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F25D-CB0B-4DCB-B2CB-040B5AFE7CE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8109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6FCDD7-8136-A135-7939-3033D765A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F8F7A86-4E61-C6F0-5365-AFD910EF0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1340144-2378-D9B6-E03A-27097BE29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EF427DB-4C6F-8127-0310-600D7DB7D0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31658EB-2819-D996-B52F-061B05701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B2310019-D9BC-1E3A-F205-D48C58C75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DE63F-B6A1-4286-98E5-30D0A12D3C8D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01FD8908-EB56-2A47-7A6A-BC5C01AE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0C2BFD0-3B02-6A2A-1AF0-0B10255D3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F25D-CB0B-4DCB-B2CB-040B5AFE7CE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61815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AAE826-8B18-AD3E-C597-88DA4C793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6E979D2-7F08-69D3-B2C1-7AB0263E1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DE63F-B6A1-4286-98E5-30D0A12D3C8D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02C041A-3A0D-1E5E-E657-128796DFC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5BBF6E6-300B-E065-04C4-06BFEA731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F25D-CB0B-4DCB-B2CB-040B5AFE7CE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6959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F0D3A29-5D47-9095-65B8-AF1759907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DE63F-B6A1-4286-98E5-30D0A12D3C8D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FC2A960-7696-0763-C06F-B4023AF5D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04B3EF7-058B-C6B6-A38C-71FFA38EB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F25D-CB0B-4DCB-B2CB-040B5AFE7CE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0730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44187E-B3F2-F754-E564-722A9D01E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8DFD8BC-897F-4B71-54B8-C80EDE32A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6605830-BDE2-4BE7-64D9-49A3CA1B7C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9EA4590-A065-360A-A3F4-ACDE75D0C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DE63F-B6A1-4286-98E5-30D0A12D3C8D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83CA4A7-BC12-495F-7B36-85519B6D3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774513C-279E-6471-D103-3129A28C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F25D-CB0B-4DCB-B2CB-040B5AFE7CE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90447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F56586-595F-1C79-0FFF-FB932D386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67E815F-1A06-1EED-2CA5-CC64B5DE43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41E8EA6-5926-0288-7A1A-EE140B3B9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991C905-907D-3983-C435-65A129F01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DE63F-B6A1-4286-98E5-30D0A12D3C8D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405F1D4-9644-4A39-2094-72E9705B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6B788DE-3B11-643C-03CE-EE6711195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F25D-CB0B-4DCB-B2CB-040B5AFE7CE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20794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A715B2-8FC8-EFAE-F2AC-A057EAEA8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8DFD784-0CC0-0EE1-03B3-A41E51539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ABE51FC-035F-85BB-1792-013972440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DE63F-B6A1-4286-98E5-30D0A12D3C8D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E7F9101-F932-4B93-C5FC-927A60126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D47C4C1-4E4A-8226-1671-8CAEADD2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F25D-CB0B-4DCB-B2CB-040B5AFE7CE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4385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ABC80B1B-DB50-3DFB-7564-C95BEDC36D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2FBD49FB-3505-DF88-49B5-96EA83736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B6125A0-34CC-FD54-297B-69D53FE2A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DE63F-B6A1-4286-98E5-30D0A12D3C8D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F576DF8-067E-9EC0-3D4C-D12BA631D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28ABB6C-61AB-4E7D-2E9C-AF833E9F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F25D-CB0B-4DCB-B2CB-040B5AFE7CE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80981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C586530-0F6E-8C04-2D41-294490E35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63E4AC9-5E14-B83C-F531-17EA154C9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2723EA4-DEAA-4837-77D3-EAA073B750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5DE63F-B6A1-4286-98E5-30D0A12D3C8D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97FC9A6-F5F2-6A05-8279-3143D71C55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E833583-F0A9-1013-C066-B3C68FE2D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8F25D-CB0B-4DCB-B2CB-040B5AFE7CE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1436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jsjollema/lessen-gamedevelopment/blob/main/M2/Skill/6-Giflow/gitflow.md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AEA2EB-35AA-61C3-70E5-5F360BC5B7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Gitflow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61F1737-00EF-846E-CEDF-8361821583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building software </a:t>
            </a:r>
            <a:r>
              <a:rPr lang="nl-NL" dirty="0" err="1"/>
              <a:t>together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33789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04BAF7-ED59-2F81-1092-BFDC45D05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 is Git Flow?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5E2CB3D-B0B0-A74C-CF59-3C8056E7C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Git Flow is een workflow voor het organiseren en beheren van branches in een Git-</a:t>
            </a:r>
            <a:r>
              <a:rPr lang="nl-NL" dirty="0" err="1"/>
              <a:t>repository</a:t>
            </a:r>
            <a:r>
              <a:rPr lang="nl-NL" dirty="0"/>
              <a:t>. </a:t>
            </a:r>
          </a:p>
          <a:p>
            <a:r>
              <a:rPr lang="nl-NL" dirty="0"/>
              <a:t>Het biedt een gestructureerde manier om aan projecten te werken, vooral in teams en bij grotere softwareontwikkelingsprojecten. </a:t>
            </a:r>
          </a:p>
          <a:p>
            <a:r>
              <a:rPr lang="nl-NL" dirty="0"/>
              <a:t>Git Flow maakt gebruik van verschillende soorten branches om het proces van ontwikkeling, testen en release te organiseren.</a:t>
            </a:r>
          </a:p>
        </p:txBody>
      </p:sp>
    </p:spTree>
    <p:extLst>
      <p:ext uri="{BB962C8B-B14F-4D97-AF65-F5344CB8AC3E}">
        <p14:creationId xmlns:p14="http://schemas.microsoft.com/office/powerpoint/2010/main" val="2911176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E99AE9-803A-E381-9BDC-E97874964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Belangrijke</a:t>
            </a:r>
            <a:r>
              <a:rPr lang="en-US" dirty="0"/>
              <a:t> </a:t>
            </a:r>
            <a:r>
              <a:rPr lang="en-US" dirty="0" err="1"/>
              <a:t>concepten</a:t>
            </a:r>
            <a:r>
              <a:rPr lang="en-US" dirty="0"/>
              <a:t> in Git Flow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27010EF-81B2-852F-171B-058DA5210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Branch</a:t>
            </a:r>
          </a:p>
          <a:p>
            <a:r>
              <a:rPr lang="en-US" dirty="0"/>
              <a:t>Develop Branch</a:t>
            </a:r>
          </a:p>
          <a:p>
            <a:r>
              <a:rPr lang="en-US" dirty="0"/>
              <a:t>Feature Branch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44292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244C79-2E46-90C8-70C1-F526D7878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Main</a:t>
            </a:r>
            <a:r>
              <a:rPr lang="en-US" dirty="0"/>
              <a:t> Branch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57982EF-4F1C-BE63-4BC8-103818BD4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Bevat de stabiele, productieklare code.</a:t>
            </a:r>
          </a:p>
          <a:p>
            <a:r>
              <a:rPr lang="nl-NL" dirty="0"/>
              <a:t>Hier komt alleen code terecht die volledig getest en gereed is voor release.</a:t>
            </a:r>
          </a:p>
        </p:txBody>
      </p:sp>
    </p:spTree>
    <p:extLst>
      <p:ext uri="{BB962C8B-B14F-4D97-AF65-F5344CB8AC3E}">
        <p14:creationId xmlns:p14="http://schemas.microsoft.com/office/powerpoint/2010/main" val="3412690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B5C4B0-E733-091C-4FC3-2424EBF74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Develop</a:t>
            </a:r>
            <a:r>
              <a:rPr lang="en-US" dirty="0"/>
              <a:t> Branch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BF01835-3805-3BA3-B4B3-F5C36CFBF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Hier wordt de laatste ontwikkelingsversie van het project samengevoegd.</a:t>
            </a:r>
          </a:p>
          <a:p>
            <a:r>
              <a:rPr lang="nl-NL" dirty="0"/>
              <a:t>Ontwikkelaars werken samen op deze </a:t>
            </a:r>
            <a:r>
              <a:rPr lang="nl-NL" dirty="0" err="1"/>
              <a:t>branch</a:t>
            </a:r>
            <a:r>
              <a:rPr lang="nl-NL" dirty="0"/>
              <a:t> voordat de code klaar is voor release.</a:t>
            </a:r>
          </a:p>
        </p:txBody>
      </p:sp>
    </p:spTree>
    <p:extLst>
      <p:ext uri="{BB962C8B-B14F-4D97-AF65-F5344CB8AC3E}">
        <p14:creationId xmlns:p14="http://schemas.microsoft.com/office/powerpoint/2010/main" val="3503611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7FC628-EFC0-0114-F960-EC6DC8AC8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</a:t>
            </a:r>
            <a:r>
              <a:rPr lang="en-US" dirty="0">
                <a:solidFill>
                  <a:srgbClr val="FF0000"/>
                </a:solidFill>
              </a:rPr>
              <a:t>Feature</a:t>
            </a:r>
            <a:r>
              <a:rPr lang="en-US" dirty="0"/>
              <a:t> Branch 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E788E6E-CADD-4139-40E7-D593C711C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Gebruikt om nieuwe functionaliteiten te ontwikkelen.</a:t>
            </a:r>
          </a:p>
          <a:p>
            <a:r>
              <a:rPr lang="nl-NL" dirty="0"/>
              <a:t>Wordt gestart vanuit </a:t>
            </a:r>
            <a:r>
              <a:rPr lang="nl-NL" dirty="0" err="1"/>
              <a:t>develop</a:t>
            </a:r>
            <a:r>
              <a:rPr lang="nl-NL" dirty="0"/>
              <a:t> en na voltooiing terug naar </a:t>
            </a:r>
            <a:r>
              <a:rPr lang="nl-NL" dirty="0" err="1"/>
              <a:t>develop</a:t>
            </a:r>
            <a:r>
              <a:rPr lang="nl-NL" dirty="0"/>
              <a:t> </a:t>
            </a:r>
            <a:r>
              <a:rPr lang="nl-NL" dirty="0" err="1"/>
              <a:t>gemerged</a:t>
            </a:r>
            <a:r>
              <a:rPr lang="nl-NL" dirty="0"/>
              <a:t>.</a:t>
            </a:r>
          </a:p>
          <a:p>
            <a:r>
              <a:rPr lang="nl-NL" dirty="0"/>
              <a:t>Naamgeving: feature/&lt;feature-naam&gt;.</a:t>
            </a:r>
          </a:p>
        </p:txBody>
      </p:sp>
    </p:spTree>
    <p:extLst>
      <p:ext uri="{BB962C8B-B14F-4D97-AF65-F5344CB8AC3E}">
        <p14:creationId xmlns:p14="http://schemas.microsoft.com/office/powerpoint/2010/main" val="1961851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4F239A-5374-F153-5A85-9F6BFAFE8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</a:t>
            </a:r>
            <a:r>
              <a:rPr lang="en-US" dirty="0">
                <a:solidFill>
                  <a:srgbClr val="FF0000"/>
                </a:solidFill>
              </a:rPr>
              <a:t>hotfix</a:t>
            </a:r>
            <a:r>
              <a:rPr lang="en-US" dirty="0"/>
              <a:t> Branch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2637FF3-CF8B-2B79-6610-BC941766F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Gebruikt om snel kritieke bugs in productie op te lossen.</a:t>
            </a:r>
          </a:p>
          <a:p>
            <a:r>
              <a:rPr lang="nl-NL" dirty="0"/>
              <a:t>Wordt gestart vanuit </a:t>
            </a:r>
            <a:r>
              <a:rPr lang="nl-NL" dirty="0" err="1"/>
              <a:t>main</a:t>
            </a:r>
            <a:r>
              <a:rPr lang="nl-NL" dirty="0"/>
              <a:t> en </a:t>
            </a:r>
            <a:r>
              <a:rPr lang="nl-NL" dirty="0" err="1"/>
              <a:t>gemerged</a:t>
            </a:r>
            <a:r>
              <a:rPr lang="nl-NL" dirty="0"/>
              <a:t> naar zowel </a:t>
            </a:r>
            <a:r>
              <a:rPr lang="nl-NL" dirty="0" err="1"/>
              <a:t>main</a:t>
            </a:r>
            <a:r>
              <a:rPr lang="nl-NL" dirty="0"/>
              <a:t> als </a:t>
            </a:r>
            <a:r>
              <a:rPr lang="nl-NL" dirty="0" err="1"/>
              <a:t>develop</a:t>
            </a:r>
            <a:r>
              <a:rPr lang="nl-NL" dirty="0"/>
              <a:t>.</a:t>
            </a:r>
          </a:p>
          <a:p>
            <a:r>
              <a:rPr lang="nl-NL" dirty="0"/>
              <a:t>Naamgeving: </a:t>
            </a:r>
            <a:r>
              <a:rPr lang="nl-NL" dirty="0" err="1"/>
              <a:t>hotfix</a:t>
            </a:r>
            <a:r>
              <a:rPr lang="nl-NL" dirty="0"/>
              <a:t>/&lt;</a:t>
            </a:r>
            <a:r>
              <a:rPr lang="nl-NL" dirty="0" err="1"/>
              <a:t>hotfix</a:t>
            </a:r>
            <a:r>
              <a:rPr lang="nl-NL" dirty="0"/>
              <a:t>-naam&gt;.</a:t>
            </a:r>
          </a:p>
        </p:txBody>
      </p:sp>
    </p:spTree>
    <p:extLst>
      <p:ext uri="{BB962C8B-B14F-4D97-AF65-F5344CB8AC3E}">
        <p14:creationId xmlns:p14="http://schemas.microsoft.com/office/powerpoint/2010/main" val="1635346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9DD0BF-2B26-A975-2D35-1B6128151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Samenvatting</a:t>
            </a:r>
            <a:r>
              <a:rPr lang="en-US" dirty="0"/>
              <a:t> basic </a:t>
            </a:r>
            <a:r>
              <a:rPr lang="en-US" dirty="0" err="1"/>
              <a:t>Gitflow</a:t>
            </a:r>
            <a:endParaRPr lang="nl-NL" dirty="0"/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94A14E8-7145-93CA-B7B4-1DB807FC8319}"/>
              </a:ext>
            </a:extLst>
          </p:cNvPr>
          <p:cNvCxnSpPr>
            <a:cxnSpLocks/>
          </p:cNvCxnSpPr>
          <p:nvPr/>
        </p:nvCxnSpPr>
        <p:spPr>
          <a:xfrm>
            <a:off x="369652" y="2694562"/>
            <a:ext cx="11721829" cy="23355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kstvak 5">
            <a:extLst>
              <a:ext uri="{FF2B5EF4-FFF2-40B4-BE49-F238E27FC236}">
                <a16:creationId xmlns:a16="http://schemas.microsoft.com/office/drawing/2014/main" id="{34EA9D95-8100-FADA-FEFB-75C7B5C5D743}"/>
              </a:ext>
            </a:extLst>
          </p:cNvPr>
          <p:cNvSpPr txBox="1"/>
          <p:nvPr/>
        </p:nvSpPr>
        <p:spPr>
          <a:xfrm>
            <a:off x="590959" y="2258594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</a:t>
            </a:r>
            <a:endParaRPr lang="nl-NL" dirty="0"/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1A3E01CE-3275-2981-659C-633F6E0BFD7E}"/>
              </a:ext>
            </a:extLst>
          </p:cNvPr>
          <p:cNvCxnSpPr>
            <a:cxnSpLocks/>
          </p:cNvCxnSpPr>
          <p:nvPr/>
        </p:nvCxnSpPr>
        <p:spPr>
          <a:xfrm>
            <a:off x="228232" y="2694562"/>
            <a:ext cx="883578" cy="724512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F051A844-346B-FE10-A7CE-ABF1F0F4E1AA}"/>
              </a:ext>
            </a:extLst>
          </p:cNvPr>
          <p:cNvCxnSpPr>
            <a:cxnSpLocks/>
          </p:cNvCxnSpPr>
          <p:nvPr/>
        </p:nvCxnSpPr>
        <p:spPr>
          <a:xfrm flipV="1">
            <a:off x="1339175" y="3508746"/>
            <a:ext cx="10674485" cy="2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>
            <a:extLst>
              <a:ext uri="{FF2B5EF4-FFF2-40B4-BE49-F238E27FC236}">
                <a16:creationId xmlns:a16="http://schemas.microsoft.com/office/drawing/2014/main" id="{40D00685-6489-A3AC-FC86-11AF79329711}"/>
              </a:ext>
            </a:extLst>
          </p:cNvPr>
          <p:cNvSpPr txBox="1"/>
          <p:nvPr/>
        </p:nvSpPr>
        <p:spPr>
          <a:xfrm>
            <a:off x="1277365" y="3056577"/>
            <a:ext cx="975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develop</a:t>
            </a:r>
            <a:endParaRPr lang="nl-NL" dirty="0"/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EFBFC290-F8F2-095F-185D-D7EB3A55E31B}"/>
              </a:ext>
            </a:extLst>
          </p:cNvPr>
          <p:cNvSpPr/>
          <p:nvPr/>
        </p:nvSpPr>
        <p:spPr>
          <a:xfrm>
            <a:off x="2289242" y="3402131"/>
            <a:ext cx="301558" cy="3015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cxnSp>
        <p:nvCxnSpPr>
          <p:cNvPr id="16" name="Rechte verbindingslijn 15">
            <a:extLst>
              <a:ext uri="{FF2B5EF4-FFF2-40B4-BE49-F238E27FC236}">
                <a16:creationId xmlns:a16="http://schemas.microsoft.com/office/drawing/2014/main" id="{ADD15937-6D5C-679F-0A71-E32E749D7AEE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2440021" y="3703689"/>
            <a:ext cx="1226073" cy="1997683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Rechte verbindingslijn 16">
            <a:extLst>
              <a:ext uri="{FF2B5EF4-FFF2-40B4-BE49-F238E27FC236}">
                <a16:creationId xmlns:a16="http://schemas.microsoft.com/office/drawing/2014/main" id="{5EF74F4C-5D2E-5D93-4459-AFB5D23D9DC6}"/>
              </a:ext>
            </a:extLst>
          </p:cNvPr>
          <p:cNvCxnSpPr>
            <a:cxnSpLocks/>
            <a:endCxn id="41" idx="2"/>
          </p:cNvCxnSpPr>
          <p:nvPr/>
        </p:nvCxnSpPr>
        <p:spPr>
          <a:xfrm flipV="1">
            <a:off x="3666094" y="5651067"/>
            <a:ext cx="3180559" cy="2462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al 18">
            <a:extLst>
              <a:ext uri="{FF2B5EF4-FFF2-40B4-BE49-F238E27FC236}">
                <a16:creationId xmlns:a16="http://schemas.microsoft.com/office/drawing/2014/main" id="{1D99D054-4CC2-196B-3E72-0E516F913F34}"/>
              </a:ext>
            </a:extLst>
          </p:cNvPr>
          <p:cNvSpPr/>
          <p:nvPr/>
        </p:nvSpPr>
        <p:spPr>
          <a:xfrm>
            <a:off x="1640733" y="3402131"/>
            <a:ext cx="301558" cy="3015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cxnSp>
        <p:nvCxnSpPr>
          <p:cNvPr id="20" name="Rechte verbindingslijn 19">
            <a:extLst>
              <a:ext uri="{FF2B5EF4-FFF2-40B4-BE49-F238E27FC236}">
                <a16:creationId xmlns:a16="http://schemas.microsoft.com/office/drawing/2014/main" id="{0C2C376D-D411-9964-4332-AA7C99895F5D}"/>
              </a:ext>
            </a:extLst>
          </p:cNvPr>
          <p:cNvCxnSpPr>
            <a:cxnSpLocks/>
            <a:stCxn id="19" idx="4"/>
          </p:cNvCxnSpPr>
          <p:nvPr/>
        </p:nvCxnSpPr>
        <p:spPr>
          <a:xfrm>
            <a:off x="1791512" y="3703689"/>
            <a:ext cx="1485475" cy="265820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echte verbindingslijn 20">
            <a:extLst>
              <a:ext uri="{FF2B5EF4-FFF2-40B4-BE49-F238E27FC236}">
                <a16:creationId xmlns:a16="http://schemas.microsoft.com/office/drawing/2014/main" id="{50B5ECEE-3FB3-DF0E-CCA7-3150E6105890}"/>
              </a:ext>
            </a:extLst>
          </p:cNvPr>
          <p:cNvCxnSpPr>
            <a:cxnSpLocks/>
            <a:endCxn id="42" idx="2"/>
          </p:cNvCxnSpPr>
          <p:nvPr/>
        </p:nvCxnSpPr>
        <p:spPr>
          <a:xfrm flipV="1">
            <a:off x="3276987" y="6305112"/>
            <a:ext cx="3871224" cy="56777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al 35">
            <a:extLst>
              <a:ext uri="{FF2B5EF4-FFF2-40B4-BE49-F238E27FC236}">
                <a16:creationId xmlns:a16="http://schemas.microsoft.com/office/drawing/2014/main" id="{E52793BE-12CA-09CD-3029-14746D6FE477}"/>
              </a:ext>
            </a:extLst>
          </p:cNvPr>
          <p:cNvSpPr/>
          <p:nvPr/>
        </p:nvSpPr>
        <p:spPr>
          <a:xfrm>
            <a:off x="3427766" y="3380758"/>
            <a:ext cx="301558" cy="3015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cxnSp>
        <p:nvCxnSpPr>
          <p:cNvPr id="37" name="Rechte verbindingslijn 36">
            <a:extLst>
              <a:ext uri="{FF2B5EF4-FFF2-40B4-BE49-F238E27FC236}">
                <a16:creationId xmlns:a16="http://schemas.microsoft.com/office/drawing/2014/main" id="{D1A58E7C-BCDB-C007-61F9-31C13BBFC105}"/>
              </a:ext>
            </a:extLst>
          </p:cNvPr>
          <p:cNvCxnSpPr>
            <a:cxnSpLocks/>
          </p:cNvCxnSpPr>
          <p:nvPr/>
        </p:nvCxnSpPr>
        <p:spPr>
          <a:xfrm>
            <a:off x="3623938" y="3698437"/>
            <a:ext cx="690665" cy="138912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38">
            <a:extLst>
              <a:ext uri="{FF2B5EF4-FFF2-40B4-BE49-F238E27FC236}">
                <a16:creationId xmlns:a16="http://schemas.microsoft.com/office/drawing/2014/main" id="{DE7CF1EF-2B50-5B95-DF6D-B97950193BF3}"/>
              </a:ext>
            </a:extLst>
          </p:cNvPr>
          <p:cNvCxnSpPr>
            <a:cxnSpLocks/>
          </p:cNvCxnSpPr>
          <p:nvPr/>
        </p:nvCxnSpPr>
        <p:spPr>
          <a:xfrm>
            <a:off x="4286038" y="5087566"/>
            <a:ext cx="211862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al 39">
            <a:extLst>
              <a:ext uri="{FF2B5EF4-FFF2-40B4-BE49-F238E27FC236}">
                <a16:creationId xmlns:a16="http://schemas.microsoft.com/office/drawing/2014/main" id="{F5F302D7-2D21-E14A-E01E-1D2171B2E59F}"/>
              </a:ext>
            </a:extLst>
          </p:cNvPr>
          <p:cNvSpPr/>
          <p:nvPr/>
        </p:nvSpPr>
        <p:spPr>
          <a:xfrm>
            <a:off x="6202774" y="4954268"/>
            <a:ext cx="301558" cy="3015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sp>
        <p:nvSpPr>
          <p:cNvPr id="42" name="Ovaal 41">
            <a:extLst>
              <a:ext uri="{FF2B5EF4-FFF2-40B4-BE49-F238E27FC236}">
                <a16:creationId xmlns:a16="http://schemas.microsoft.com/office/drawing/2014/main" id="{8BA4C85E-1608-B56D-8D0E-B2DF9CB686B6}"/>
              </a:ext>
            </a:extLst>
          </p:cNvPr>
          <p:cNvSpPr/>
          <p:nvPr/>
        </p:nvSpPr>
        <p:spPr>
          <a:xfrm>
            <a:off x="7148211" y="6154333"/>
            <a:ext cx="301558" cy="3015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cxnSp>
        <p:nvCxnSpPr>
          <p:cNvPr id="45" name="Rechte verbindingslijn 44">
            <a:extLst>
              <a:ext uri="{FF2B5EF4-FFF2-40B4-BE49-F238E27FC236}">
                <a16:creationId xmlns:a16="http://schemas.microsoft.com/office/drawing/2014/main" id="{EB8DDD16-9A22-86E0-4965-BF2321D56AB7}"/>
              </a:ext>
            </a:extLst>
          </p:cNvPr>
          <p:cNvCxnSpPr>
            <a:cxnSpLocks/>
            <a:endCxn id="40" idx="7"/>
          </p:cNvCxnSpPr>
          <p:nvPr/>
        </p:nvCxnSpPr>
        <p:spPr>
          <a:xfrm flipH="1">
            <a:off x="6460170" y="3508747"/>
            <a:ext cx="537262" cy="148968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47">
            <a:extLst>
              <a:ext uri="{FF2B5EF4-FFF2-40B4-BE49-F238E27FC236}">
                <a16:creationId xmlns:a16="http://schemas.microsoft.com/office/drawing/2014/main" id="{13377343-16DA-7745-C6E4-7957FFA1E469}"/>
              </a:ext>
            </a:extLst>
          </p:cNvPr>
          <p:cNvCxnSpPr>
            <a:cxnSpLocks/>
          </p:cNvCxnSpPr>
          <p:nvPr/>
        </p:nvCxnSpPr>
        <p:spPr>
          <a:xfrm flipH="1">
            <a:off x="7081350" y="3508747"/>
            <a:ext cx="895331" cy="204555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Rechte verbindingslijn 49">
            <a:extLst>
              <a:ext uri="{FF2B5EF4-FFF2-40B4-BE49-F238E27FC236}">
                <a16:creationId xmlns:a16="http://schemas.microsoft.com/office/drawing/2014/main" id="{9FB66344-968E-89B7-9EEE-539C234C0AC3}"/>
              </a:ext>
            </a:extLst>
          </p:cNvPr>
          <p:cNvCxnSpPr>
            <a:cxnSpLocks/>
          </p:cNvCxnSpPr>
          <p:nvPr/>
        </p:nvCxnSpPr>
        <p:spPr>
          <a:xfrm flipH="1">
            <a:off x="7351335" y="3531537"/>
            <a:ext cx="1212251" cy="2648078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Rechte verbindingslijn 51">
            <a:extLst>
              <a:ext uri="{FF2B5EF4-FFF2-40B4-BE49-F238E27FC236}">
                <a16:creationId xmlns:a16="http://schemas.microsoft.com/office/drawing/2014/main" id="{E5CE9898-BF41-1CA4-59D0-B5715816EED5}"/>
              </a:ext>
            </a:extLst>
          </p:cNvPr>
          <p:cNvCxnSpPr>
            <a:cxnSpLocks/>
          </p:cNvCxnSpPr>
          <p:nvPr/>
        </p:nvCxnSpPr>
        <p:spPr>
          <a:xfrm flipH="1">
            <a:off x="11405259" y="2684157"/>
            <a:ext cx="402308" cy="834993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al 54">
            <a:extLst>
              <a:ext uri="{FF2B5EF4-FFF2-40B4-BE49-F238E27FC236}">
                <a16:creationId xmlns:a16="http://schemas.microsoft.com/office/drawing/2014/main" id="{1F9450CA-F0B0-A271-AD59-F325D456D025}"/>
              </a:ext>
            </a:extLst>
          </p:cNvPr>
          <p:cNvSpPr/>
          <p:nvPr/>
        </p:nvSpPr>
        <p:spPr>
          <a:xfrm>
            <a:off x="6819325" y="3375449"/>
            <a:ext cx="301558" cy="3015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sp>
        <p:nvSpPr>
          <p:cNvPr id="56" name="Ovaal 55">
            <a:extLst>
              <a:ext uri="{FF2B5EF4-FFF2-40B4-BE49-F238E27FC236}">
                <a16:creationId xmlns:a16="http://schemas.microsoft.com/office/drawing/2014/main" id="{46CD3781-3108-CB8A-275B-B5E879220A79}"/>
              </a:ext>
            </a:extLst>
          </p:cNvPr>
          <p:cNvSpPr/>
          <p:nvPr/>
        </p:nvSpPr>
        <p:spPr>
          <a:xfrm>
            <a:off x="7817796" y="3357967"/>
            <a:ext cx="301558" cy="3015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sp>
        <p:nvSpPr>
          <p:cNvPr id="57" name="Ovaal 56">
            <a:extLst>
              <a:ext uri="{FF2B5EF4-FFF2-40B4-BE49-F238E27FC236}">
                <a16:creationId xmlns:a16="http://schemas.microsoft.com/office/drawing/2014/main" id="{E5AF3187-DE14-8212-7C6A-EDD99AF70AC3}"/>
              </a:ext>
            </a:extLst>
          </p:cNvPr>
          <p:cNvSpPr/>
          <p:nvPr/>
        </p:nvSpPr>
        <p:spPr>
          <a:xfrm>
            <a:off x="8393585" y="3343071"/>
            <a:ext cx="301558" cy="3015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sp>
        <p:nvSpPr>
          <p:cNvPr id="59" name="Tekstvak 58">
            <a:extLst>
              <a:ext uri="{FF2B5EF4-FFF2-40B4-BE49-F238E27FC236}">
                <a16:creationId xmlns:a16="http://schemas.microsoft.com/office/drawing/2014/main" id="{5F64B336-825A-E8A8-EDFF-875AA5E717B6}"/>
              </a:ext>
            </a:extLst>
          </p:cNvPr>
          <p:cNvSpPr txBox="1"/>
          <p:nvPr/>
        </p:nvSpPr>
        <p:spPr>
          <a:xfrm>
            <a:off x="4353302" y="4718234"/>
            <a:ext cx="1323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feature/nav</a:t>
            </a:r>
            <a:endParaRPr lang="nl-NL" dirty="0"/>
          </a:p>
        </p:txBody>
      </p:sp>
      <p:sp>
        <p:nvSpPr>
          <p:cNvPr id="60" name="Tekstvak 59">
            <a:extLst>
              <a:ext uri="{FF2B5EF4-FFF2-40B4-BE49-F238E27FC236}">
                <a16:creationId xmlns:a16="http://schemas.microsoft.com/office/drawing/2014/main" id="{D5A3604F-D41A-1BAE-ABBA-60E3527880EE}"/>
              </a:ext>
            </a:extLst>
          </p:cNvPr>
          <p:cNvSpPr txBox="1"/>
          <p:nvPr/>
        </p:nvSpPr>
        <p:spPr>
          <a:xfrm>
            <a:off x="3554975" y="5347653"/>
            <a:ext cx="1672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feature/header</a:t>
            </a:r>
            <a:endParaRPr lang="nl-NL" dirty="0"/>
          </a:p>
        </p:txBody>
      </p:sp>
      <p:sp>
        <p:nvSpPr>
          <p:cNvPr id="61" name="Tekstvak 60">
            <a:extLst>
              <a:ext uri="{FF2B5EF4-FFF2-40B4-BE49-F238E27FC236}">
                <a16:creationId xmlns:a16="http://schemas.microsoft.com/office/drawing/2014/main" id="{759C4869-0F65-C4D1-25B9-9FD3195C6163}"/>
              </a:ext>
            </a:extLst>
          </p:cNvPr>
          <p:cNvSpPr txBox="1"/>
          <p:nvPr/>
        </p:nvSpPr>
        <p:spPr>
          <a:xfrm>
            <a:off x="3276987" y="5961458"/>
            <a:ext cx="1730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feature/content</a:t>
            </a:r>
            <a:endParaRPr lang="nl-NL" dirty="0"/>
          </a:p>
        </p:txBody>
      </p:sp>
      <p:cxnSp>
        <p:nvCxnSpPr>
          <p:cNvPr id="64" name="Rechte verbindingslijn 63">
            <a:extLst>
              <a:ext uri="{FF2B5EF4-FFF2-40B4-BE49-F238E27FC236}">
                <a16:creationId xmlns:a16="http://schemas.microsoft.com/office/drawing/2014/main" id="{462349E5-7D8E-62F8-8E90-778811E0A690}"/>
              </a:ext>
            </a:extLst>
          </p:cNvPr>
          <p:cNvCxnSpPr>
            <a:cxnSpLocks/>
          </p:cNvCxnSpPr>
          <p:nvPr/>
        </p:nvCxnSpPr>
        <p:spPr>
          <a:xfrm>
            <a:off x="9147488" y="3534535"/>
            <a:ext cx="419631" cy="69697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Rechte verbindingslijn 64">
            <a:extLst>
              <a:ext uri="{FF2B5EF4-FFF2-40B4-BE49-F238E27FC236}">
                <a16:creationId xmlns:a16="http://schemas.microsoft.com/office/drawing/2014/main" id="{3B059008-C8EC-06AB-5BC6-54DD85C2433F}"/>
              </a:ext>
            </a:extLst>
          </p:cNvPr>
          <p:cNvCxnSpPr>
            <a:cxnSpLocks/>
          </p:cNvCxnSpPr>
          <p:nvPr/>
        </p:nvCxnSpPr>
        <p:spPr>
          <a:xfrm>
            <a:off x="9532606" y="4210883"/>
            <a:ext cx="100568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Rechte verbindingslijn 65">
            <a:extLst>
              <a:ext uri="{FF2B5EF4-FFF2-40B4-BE49-F238E27FC236}">
                <a16:creationId xmlns:a16="http://schemas.microsoft.com/office/drawing/2014/main" id="{0D38D266-0AE2-0DEA-E29C-2035590C70DD}"/>
              </a:ext>
            </a:extLst>
          </p:cNvPr>
          <p:cNvCxnSpPr>
            <a:cxnSpLocks/>
          </p:cNvCxnSpPr>
          <p:nvPr/>
        </p:nvCxnSpPr>
        <p:spPr>
          <a:xfrm flipH="1">
            <a:off x="10536139" y="3503931"/>
            <a:ext cx="420944" cy="70695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kstvak 66">
            <a:extLst>
              <a:ext uri="{FF2B5EF4-FFF2-40B4-BE49-F238E27FC236}">
                <a16:creationId xmlns:a16="http://schemas.microsoft.com/office/drawing/2014/main" id="{A8C375E8-A781-95B8-F8BF-302EA9F4A96C}"/>
              </a:ext>
            </a:extLst>
          </p:cNvPr>
          <p:cNvSpPr txBox="1"/>
          <p:nvPr/>
        </p:nvSpPr>
        <p:spPr>
          <a:xfrm>
            <a:off x="9532606" y="4257294"/>
            <a:ext cx="1188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hotfix/bug</a:t>
            </a:r>
            <a:endParaRPr lang="nl-NL" dirty="0"/>
          </a:p>
        </p:txBody>
      </p:sp>
      <p:sp>
        <p:nvSpPr>
          <p:cNvPr id="58" name="Ovaal 57">
            <a:extLst>
              <a:ext uri="{FF2B5EF4-FFF2-40B4-BE49-F238E27FC236}">
                <a16:creationId xmlns:a16="http://schemas.microsoft.com/office/drawing/2014/main" id="{491CB2BC-3021-E6B6-2C37-9665CD86D29B}"/>
              </a:ext>
            </a:extLst>
          </p:cNvPr>
          <p:cNvSpPr/>
          <p:nvPr/>
        </p:nvSpPr>
        <p:spPr>
          <a:xfrm>
            <a:off x="8995228" y="3377374"/>
            <a:ext cx="301558" cy="3015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sp>
        <p:nvSpPr>
          <p:cNvPr id="72" name="Ovaal 71">
            <a:extLst>
              <a:ext uri="{FF2B5EF4-FFF2-40B4-BE49-F238E27FC236}">
                <a16:creationId xmlns:a16="http://schemas.microsoft.com/office/drawing/2014/main" id="{760398D4-B4CE-A80A-3537-DF2358B40222}"/>
              </a:ext>
            </a:extLst>
          </p:cNvPr>
          <p:cNvSpPr/>
          <p:nvPr/>
        </p:nvSpPr>
        <p:spPr>
          <a:xfrm>
            <a:off x="11685700" y="2543783"/>
            <a:ext cx="301558" cy="3015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sp>
        <p:nvSpPr>
          <p:cNvPr id="73" name="Tekstvak 72">
            <a:extLst>
              <a:ext uri="{FF2B5EF4-FFF2-40B4-BE49-F238E27FC236}">
                <a16:creationId xmlns:a16="http://schemas.microsoft.com/office/drawing/2014/main" id="{7EB31832-9661-66A0-4F0D-2266EDAEA4FB}"/>
              </a:ext>
            </a:extLst>
          </p:cNvPr>
          <p:cNvSpPr txBox="1"/>
          <p:nvPr/>
        </p:nvSpPr>
        <p:spPr>
          <a:xfrm rot="3660498">
            <a:off x="10932664" y="1841959"/>
            <a:ext cx="123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version1.0</a:t>
            </a:r>
            <a:endParaRPr lang="nl-NL" dirty="0"/>
          </a:p>
        </p:txBody>
      </p:sp>
      <p:sp>
        <p:nvSpPr>
          <p:cNvPr id="74" name="Ovaal 73">
            <a:extLst>
              <a:ext uri="{FF2B5EF4-FFF2-40B4-BE49-F238E27FC236}">
                <a16:creationId xmlns:a16="http://schemas.microsoft.com/office/drawing/2014/main" id="{5B207565-169B-22D8-EAF8-0CD27B456683}"/>
              </a:ext>
            </a:extLst>
          </p:cNvPr>
          <p:cNvSpPr/>
          <p:nvPr/>
        </p:nvSpPr>
        <p:spPr>
          <a:xfrm>
            <a:off x="10763856" y="3359893"/>
            <a:ext cx="301558" cy="3015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sp>
        <p:nvSpPr>
          <p:cNvPr id="75" name="Ovaal 74">
            <a:extLst>
              <a:ext uri="{FF2B5EF4-FFF2-40B4-BE49-F238E27FC236}">
                <a16:creationId xmlns:a16="http://schemas.microsoft.com/office/drawing/2014/main" id="{B0ACDC8B-C8E1-D65E-A882-53D88AB9807C}"/>
              </a:ext>
            </a:extLst>
          </p:cNvPr>
          <p:cNvSpPr/>
          <p:nvPr/>
        </p:nvSpPr>
        <p:spPr>
          <a:xfrm>
            <a:off x="5696685" y="4954268"/>
            <a:ext cx="301558" cy="3015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sp>
        <p:nvSpPr>
          <p:cNvPr id="76" name="Ovaal 75">
            <a:extLst>
              <a:ext uri="{FF2B5EF4-FFF2-40B4-BE49-F238E27FC236}">
                <a16:creationId xmlns:a16="http://schemas.microsoft.com/office/drawing/2014/main" id="{E3293F4D-7941-ABEF-41FE-910784323A50}"/>
              </a:ext>
            </a:extLst>
          </p:cNvPr>
          <p:cNvSpPr/>
          <p:nvPr/>
        </p:nvSpPr>
        <p:spPr>
          <a:xfrm>
            <a:off x="5354308" y="5512601"/>
            <a:ext cx="301558" cy="3015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sp>
        <p:nvSpPr>
          <p:cNvPr id="77" name="Ovaal 76">
            <a:extLst>
              <a:ext uri="{FF2B5EF4-FFF2-40B4-BE49-F238E27FC236}">
                <a16:creationId xmlns:a16="http://schemas.microsoft.com/office/drawing/2014/main" id="{67081677-0988-45AA-1820-84F578FBE8C4}"/>
              </a:ext>
            </a:extLst>
          </p:cNvPr>
          <p:cNvSpPr/>
          <p:nvPr/>
        </p:nvSpPr>
        <p:spPr>
          <a:xfrm>
            <a:off x="6162479" y="5550593"/>
            <a:ext cx="301558" cy="3015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sp>
        <p:nvSpPr>
          <p:cNvPr id="78" name="Ovaal 77">
            <a:extLst>
              <a:ext uri="{FF2B5EF4-FFF2-40B4-BE49-F238E27FC236}">
                <a16:creationId xmlns:a16="http://schemas.microsoft.com/office/drawing/2014/main" id="{3CAE2A9B-F174-5791-F004-96ED5DF3AD7C}"/>
              </a:ext>
            </a:extLst>
          </p:cNvPr>
          <p:cNvSpPr/>
          <p:nvPr/>
        </p:nvSpPr>
        <p:spPr>
          <a:xfrm>
            <a:off x="5112416" y="6191317"/>
            <a:ext cx="301558" cy="3015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sp>
        <p:nvSpPr>
          <p:cNvPr id="79" name="Ovaal 78">
            <a:extLst>
              <a:ext uri="{FF2B5EF4-FFF2-40B4-BE49-F238E27FC236}">
                <a16:creationId xmlns:a16="http://schemas.microsoft.com/office/drawing/2014/main" id="{767849A2-9B90-561A-3A4B-BF2B73A5C492}"/>
              </a:ext>
            </a:extLst>
          </p:cNvPr>
          <p:cNvSpPr/>
          <p:nvPr/>
        </p:nvSpPr>
        <p:spPr>
          <a:xfrm>
            <a:off x="6130313" y="6172064"/>
            <a:ext cx="301558" cy="3015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sp>
        <p:nvSpPr>
          <p:cNvPr id="41" name="Ovaal 40">
            <a:extLst>
              <a:ext uri="{FF2B5EF4-FFF2-40B4-BE49-F238E27FC236}">
                <a16:creationId xmlns:a16="http://schemas.microsoft.com/office/drawing/2014/main" id="{4B36DBA4-1BBF-017F-514A-B85DCA0F9915}"/>
              </a:ext>
            </a:extLst>
          </p:cNvPr>
          <p:cNvSpPr/>
          <p:nvPr/>
        </p:nvSpPr>
        <p:spPr>
          <a:xfrm>
            <a:off x="6846653" y="5500288"/>
            <a:ext cx="301558" cy="3015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54045392-D1AB-6FF8-1AE6-F9E660C7AB73}"/>
              </a:ext>
            </a:extLst>
          </p:cNvPr>
          <p:cNvSpPr/>
          <p:nvPr/>
        </p:nvSpPr>
        <p:spPr>
          <a:xfrm>
            <a:off x="68094" y="2509896"/>
            <a:ext cx="301558" cy="3015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25F1B197-D1A1-A2E5-D0EE-A8E393245DD9}"/>
              </a:ext>
            </a:extLst>
          </p:cNvPr>
          <p:cNvSpPr/>
          <p:nvPr/>
        </p:nvSpPr>
        <p:spPr>
          <a:xfrm>
            <a:off x="1037617" y="3357969"/>
            <a:ext cx="301558" cy="3015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  <p:sp>
        <p:nvSpPr>
          <p:cNvPr id="84" name="Ovaal 83">
            <a:extLst>
              <a:ext uri="{FF2B5EF4-FFF2-40B4-BE49-F238E27FC236}">
                <a16:creationId xmlns:a16="http://schemas.microsoft.com/office/drawing/2014/main" id="{988F97C6-5957-5A89-9C3A-B39A920F0919}"/>
              </a:ext>
            </a:extLst>
          </p:cNvPr>
          <p:cNvSpPr/>
          <p:nvPr/>
        </p:nvSpPr>
        <p:spPr>
          <a:xfrm>
            <a:off x="11274930" y="3333295"/>
            <a:ext cx="301558" cy="3015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869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6044B4-51E0-126A-7050-6A453AE14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Opdracht</a:t>
            </a:r>
            <a:r>
              <a:rPr lang="en-US" dirty="0"/>
              <a:t> </a:t>
            </a:r>
            <a:r>
              <a:rPr lang="en-US" dirty="0" err="1"/>
              <a:t>Gitflow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E1202B8-7B7E-5BCC-31B1-E466D1B76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>
                <a:hlinkClick r:id="rId2"/>
              </a:rPr>
              <a:t>Click hier voor de opdracht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26218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16F61-435A-F578-6CFA-FDB6203DD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F45AB8-4FED-7897-B3A6-D36955C43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Opruimen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branches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1BFA882-6CE5-5578-30F3-3C9D57BEA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Zorg dat je lokale feature </a:t>
            </a:r>
            <a:r>
              <a:rPr lang="nl-NL" dirty="0" err="1"/>
              <a:t>branch</a:t>
            </a:r>
            <a:r>
              <a:rPr lang="nl-NL" dirty="0"/>
              <a:t> is verwijderd</a:t>
            </a:r>
          </a:p>
          <a:p>
            <a:pPr lvl="1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branch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-d &lt;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local-branch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nl-NL" dirty="0"/>
          </a:p>
          <a:p>
            <a:r>
              <a:rPr lang="nl-NL" dirty="0"/>
              <a:t>Zorg dat in de online </a:t>
            </a:r>
            <a:r>
              <a:rPr lang="nl-NL" dirty="0" err="1"/>
              <a:t>repo</a:t>
            </a:r>
            <a:r>
              <a:rPr lang="nl-NL" dirty="0"/>
              <a:t> geen feature branches meer staan</a:t>
            </a:r>
          </a:p>
          <a:p>
            <a:pPr lvl="1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git push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origin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--delete &lt;remote-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branch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-name&gt;</a:t>
            </a:r>
          </a:p>
          <a:p>
            <a:endParaRPr lang="nl-NL" dirty="0"/>
          </a:p>
          <a:p>
            <a:r>
              <a:rPr lang="nl-NL" dirty="0"/>
              <a:t>Controleer dit </a:t>
            </a:r>
          </a:p>
          <a:p>
            <a:pPr lvl="1"/>
            <a:r>
              <a:rPr lang="nl-NL" dirty="0"/>
              <a:t>Online</a:t>
            </a:r>
          </a:p>
          <a:p>
            <a:pPr lvl="1"/>
            <a:r>
              <a:rPr lang="nl-NL" dirty="0"/>
              <a:t>Lokaal</a:t>
            </a:r>
          </a:p>
          <a:p>
            <a:pPr lvl="2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branch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-l</a:t>
            </a:r>
          </a:p>
          <a:p>
            <a:pPr lvl="1"/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58613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6049</TotalTime>
  <Words>254</Words>
  <Application>Microsoft Office PowerPoint</Application>
  <PresentationFormat>Breedbeeld</PresentationFormat>
  <Paragraphs>45</Paragraphs>
  <Slides>10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Kantoorthema</vt:lpstr>
      <vt:lpstr>Gitflow</vt:lpstr>
      <vt:lpstr>Wat is Git Flow?</vt:lpstr>
      <vt:lpstr>Belangrijke concepten in Git Flow</vt:lpstr>
      <vt:lpstr>The Main Branch</vt:lpstr>
      <vt:lpstr>Develop Branch</vt:lpstr>
      <vt:lpstr>De Feature Branch </vt:lpstr>
      <vt:lpstr>De hotfix Branch</vt:lpstr>
      <vt:lpstr>Samenvatting basic Gitflow</vt:lpstr>
      <vt:lpstr>Opdracht Gitflow</vt:lpstr>
      <vt:lpstr>Opruimen branches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Jelle Sjollema</dc:creator>
  <cp:lastModifiedBy>Jelle Sjollema</cp:lastModifiedBy>
  <cp:revision>14</cp:revision>
  <cp:lastPrinted>2025-01-14T11:16:36Z</cp:lastPrinted>
  <dcterms:created xsi:type="dcterms:W3CDTF">2024-12-02T09:47:05Z</dcterms:created>
  <dcterms:modified xsi:type="dcterms:W3CDTF">2026-01-19T10:19:16Z</dcterms:modified>
</cp:coreProperties>
</file>